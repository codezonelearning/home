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e5574b0fb34206" /><Relationship Type="http://schemas.openxmlformats.org/officeDocument/2006/relationships/extended-properties" Target="/docProps/app.xml" Id="Ra8b9cfd042f143bc" /><Relationship Type="http://schemas.openxmlformats.org/officeDocument/2006/relationships/officeDocument" Target="/ppt/presentation.xml" Id="Rcc8b8b7f97cd4e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19238073a24ec1"/>
  </p:sldMasterIdLst>
  <p:notesMasterIdLst>
    <p:notesMasterId xmlns:r="http://schemas.openxmlformats.org/officeDocument/2006/relationships" r:id="R9b0286e4bebc4f05"/>
  </p:notesMasterIdLst>
  <p:sldIdLst>
    <p:sldId xmlns:r="http://schemas.openxmlformats.org/officeDocument/2006/relationships" id="256" r:id="R932b1b7d3a504615"/>
    <p:sldId xmlns:r="http://schemas.openxmlformats.org/officeDocument/2006/relationships" id="257" r:id="Rbf0b1552134f4ad0"/>
    <p:sldId xmlns:r="http://schemas.openxmlformats.org/officeDocument/2006/relationships" id="258" r:id="R016590837edc4e4c"/>
    <p:sldId xmlns:r="http://schemas.openxmlformats.org/officeDocument/2006/relationships" id="259" r:id="Rb861efec72eb4cda"/>
    <p:sldId xmlns:r="http://schemas.openxmlformats.org/officeDocument/2006/relationships" id="260" r:id="Re7e84e73f57c4052"/>
    <p:sldId xmlns:r="http://schemas.openxmlformats.org/officeDocument/2006/relationships" id="261" r:id="R79fd9a9654ee4931"/>
    <p:sldId xmlns:r="http://schemas.openxmlformats.org/officeDocument/2006/relationships" id="262" r:id="Ra9a55f7f97984242"/>
    <p:sldId xmlns:r="http://schemas.openxmlformats.org/officeDocument/2006/relationships" id="263" r:id="R470ff39e6df04ad0"/>
    <p:sldId xmlns:r="http://schemas.openxmlformats.org/officeDocument/2006/relationships" id="264" r:id="Re33c7e07b9d74171"/>
    <p:sldId xmlns:r="http://schemas.openxmlformats.org/officeDocument/2006/relationships" id="265" r:id="R48c4eb72c9594e47"/>
    <p:sldId xmlns:r="http://schemas.openxmlformats.org/officeDocument/2006/relationships" id="266" r:id="Rf48694e0c8c4475b"/>
    <p:sldId xmlns:r="http://schemas.openxmlformats.org/officeDocument/2006/relationships" id="267" r:id="R83ad73efe97c4bd7"/>
    <p:sldId xmlns:r="http://schemas.openxmlformats.org/officeDocument/2006/relationships" id="268" r:id="Ra2907d7ac44440c4"/>
    <p:sldId xmlns:r="http://schemas.openxmlformats.org/officeDocument/2006/relationships" id="269" r:id="R0233fcee62ba4b67"/>
    <p:sldId xmlns:r="http://schemas.openxmlformats.org/officeDocument/2006/relationships" id="270" r:id="R76cb0c10d93a4201"/>
    <p:sldId xmlns:r="http://schemas.openxmlformats.org/officeDocument/2006/relationships" id="271" r:id="R73b179b2d3ff4907"/>
    <p:sldId xmlns:r="http://schemas.openxmlformats.org/officeDocument/2006/relationships" id="272" r:id="R41a67f68841a4fae"/>
    <p:sldId xmlns:r="http://schemas.openxmlformats.org/officeDocument/2006/relationships" id="273" r:id="R425e60cf45be4a55"/>
    <p:sldId xmlns:r="http://schemas.openxmlformats.org/officeDocument/2006/relationships" id="274" r:id="R5adf78171a5c42b4"/>
    <p:sldId xmlns:r="http://schemas.openxmlformats.org/officeDocument/2006/relationships" id="275" r:id="R6983ab8c50aa4eb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676d5f2eb348e7" /><Relationship Type="http://schemas.openxmlformats.org/officeDocument/2006/relationships/slideMaster" Target="/ppt/slideMasters/slideMaster1.xml" Id="R0519238073a24ec1" /><Relationship Type="http://schemas.openxmlformats.org/officeDocument/2006/relationships/notesMaster" Target="/ppt/notesMasters/notesMaster1.xml" Id="R9b0286e4bebc4f05" /><Relationship Type="http://schemas.openxmlformats.org/officeDocument/2006/relationships/presProps" Target="/ppt/presProps.xml" Id="R443a8e3bc9b54d70" /><Relationship Type="http://schemas.openxmlformats.org/officeDocument/2006/relationships/tableStyles" Target="/ppt/tableStyles.xml" Id="R4d5b5f579aa34e93" /><Relationship Type="http://schemas.openxmlformats.org/officeDocument/2006/relationships/slide" Target="/ppt/slides/slide1.xml" Id="R932b1b7d3a504615" /><Relationship Type="http://schemas.openxmlformats.org/officeDocument/2006/relationships/slide" Target="/ppt/slides/slide2.xml" Id="Rbf0b1552134f4ad0" /><Relationship Type="http://schemas.openxmlformats.org/officeDocument/2006/relationships/slide" Target="/ppt/slides/slide3.xml" Id="R016590837edc4e4c" /><Relationship Type="http://schemas.openxmlformats.org/officeDocument/2006/relationships/slide" Target="/ppt/slides/slide4.xml" Id="Rb861efec72eb4cda" /><Relationship Type="http://schemas.openxmlformats.org/officeDocument/2006/relationships/slide" Target="/ppt/slides/slide5.xml" Id="Re7e84e73f57c4052" /><Relationship Type="http://schemas.openxmlformats.org/officeDocument/2006/relationships/slide" Target="/ppt/slides/slide6.xml" Id="R79fd9a9654ee4931" /><Relationship Type="http://schemas.openxmlformats.org/officeDocument/2006/relationships/slide" Target="/ppt/slides/slide7.xml" Id="Ra9a55f7f97984242" /><Relationship Type="http://schemas.openxmlformats.org/officeDocument/2006/relationships/slide" Target="/ppt/slides/slide8.xml" Id="R470ff39e6df04ad0" /><Relationship Type="http://schemas.openxmlformats.org/officeDocument/2006/relationships/slide" Target="/ppt/slides/slide9.xml" Id="Re33c7e07b9d74171" /><Relationship Type="http://schemas.openxmlformats.org/officeDocument/2006/relationships/slide" Target="/ppt/slides/slide10.xml" Id="R48c4eb72c9594e47" /><Relationship Type="http://schemas.openxmlformats.org/officeDocument/2006/relationships/slide" Target="/ppt/slides/slide11.xml" Id="Rf48694e0c8c4475b" /><Relationship Type="http://schemas.openxmlformats.org/officeDocument/2006/relationships/slide" Target="/ppt/slides/slide12.xml" Id="R83ad73efe97c4bd7" /><Relationship Type="http://schemas.openxmlformats.org/officeDocument/2006/relationships/slide" Target="/ppt/slides/slide13.xml" Id="Ra2907d7ac44440c4" /><Relationship Type="http://schemas.openxmlformats.org/officeDocument/2006/relationships/slide" Target="/ppt/slides/slide14.xml" Id="R0233fcee62ba4b67" /><Relationship Type="http://schemas.openxmlformats.org/officeDocument/2006/relationships/slide" Target="/ppt/slides/slide15.xml" Id="R76cb0c10d93a4201" /><Relationship Type="http://schemas.openxmlformats.org/officeDocument/2006/relationships/slide" Target="/ppt/slides/slide16.xml" Id="R73b179b2d3ff4907" /><Relationship Type="http://schemas.openxmlformats.org/officeDocument/2006/relationships/slide" Target="/ppt/slides/slide17.xml" Id="R41a67f68841a4fae" /><Relationship Type="http://schemas.openxmlformats.org/officeDocument/2006/relationships/slide" Target="/ppt/slides/slide18.xml" Id="R425e60cf45be4a55" /><Relationship Type="http://schemas.openxmlformats.org/officeDocument/2006/relationships/slide" Target="/ppt/slides/slide19.xml" Id="R5adf78171a5c42b4" /><Relationship Type="http://schemas.openxmlformats.org/officeDocument/2006/relationships/slide" Target="/ppt/slides/slide20.xml" Id="R6983ab8c50aa4e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7e5460b3e641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e9954f669a4a78" /><Relationship Type="http://schemas.openxmlformats.org/officeDocument/2006/relationships/notesMaster" Target="/ppt/notesMasters/notesMaster1.xml" Id="R31da7286235d4c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78bfe3a96e43f7" /><Relationship Type="http://schemas.openxmlformats.org/officeDocument/2006/relationships/notesMaster" Target="/ppt/notesMasters/notesMaster1.xml" Id="R99e9d674680f41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e8c4898c1744b5" /><Relationship Type="http://schemas.openxmlformats.org/officeDocument/2006/relationships/notesMaster" Target="/ppt/notesMasters/notesMaster1.xml" Id="R2a22c59cc7f348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8e71f680f946bc" /><Relationship Type="http://schemas.openxmlformats.org/officeDocument/2006/relationships/notesMaster" Target="/ppt/notesMasters/notesMaster1.xml" Id="R537af7633dac41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f0e9c185e7493d" /><Relationship Type="http://schemas.openxmlformats.org/officeDocument/2006/relationships/notesMaster" Target="/ppt/notesMasters/notesMaster1.xml" Id="Re844506bef6645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6d89c928164148" /><Relationship Type="http://schemas.openxmlformats.org/officeDocument/2006/relationships/notesMaster" Target="/ppt/notesMasters/notesMaster1.xml" Id="R8a611c8a301745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3855777a7d4c3c" /><Relationship Type="http://schemas.openxmlformats.org/officeDocument/2006/relationships/notesMaster" Target="/ppt/notesMasters/notesMaster1.xml" Id="R87da30d83d1740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f6d313787648f2" /><Relationship Type="http://schemas.openxmlformats.org/officeDocument/2006/relationships/notesMaster" Target="/ppt/notesMasters/notesMaster1.xml" Id="Rfa7d1230a63c4b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103f22b4674efc" /><Relationship Type="http://schemas.openxmlformats.org/officeDocument/2006/relationships/notesMaster" Target="/ppt/notesMasters/notesMaster1.xml" Id="Rd114f2c0f88049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57ad23c0ef4982" /><Relationship Type="http://schemas.openxmlformats.org/officeDocument/2006/relationships/notesMaster" Target="/ppt/notesMasters/notesMaster1.xml" Id="R0b7b046b901340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0e37ce7bcf4a56" /><Relationship Type="http://schemas.openxmlformats.org/officeDocument/2006/relationships/notesMaster" Target="/ppt/notesMasters/notesMaster1.xml" Id="R7a2185026db14e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b88e9659c14d8e" /><Relationship Type="http://schemas.openxmlformats.org/officeDocument/2006/relationships/notesMaster" Target="/ppt/notesMasters/notesMaster1.xml" Id="R9d949ad9e41c41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ce3c7d073448dd" /><Relationship Type="http://schemas.openxmlformats.org/officeDocument/2006/relationships/notesMaster" Target="/ppt/notesMasters/notesMaster1.xml" Id="Ra4a1ce75861c41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3cd78a2e16b419f" /><Relationship Type="http://schemas.openxmlformats.org/officeDocument/2006/relationships/notesMaster" Target="/ppt/notesMasters/notesMaster1.xml" Id="Ra5905fc9360d44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883f0484044351" /><Relationship Type="http://schemas.openxmlformats.org/officeDocument/2006/relationships/notesMaster" Target="/ppt/notesMasters/notesMaster1.xml" Id="Ra152b163490a43e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23ed280a8c14068" /><Relationship Type="http://schemas.openxmlformats.org/officeDocument/2006/relationships/notesMaster" Target="/ppt/notesMasters/notesMaster1.xml" Id="Re55ebdd730d3451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13c77f68a704139" /><Relationship Type="http://schemas.openxmlformats.org/officeDocument/2006/relationships/notesMaster" Target="/ppt/notesMasters/notesMaster1.xml" Id="R8032952be5674cc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4cfe15035944afd" /><Relationship Type="http://schemas.openxmlformats.org/officeDocument/2006/relationships/notesMaster" Target="/ppt/notesMasters/notesMaster1.xml" Id="R4951bc8f0fe44b8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48cf60e14c24dea" /><Relationship Type="http://schemas.openxmlformats.org/officeDocument/2006/relationships/notesMaster" Target="/ppt/notesMasters/notesMaster1.xml" Id="R58520b8b46e2480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7e12b179f7d4b71" /><Relationship Type="http://schemas.openxmlformats.org/officeDocument/2006/relationships/notesMaster" Target="/ppt/notesMasters/notesMaster1.xml" Id="R1329bc2e674948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slide como capa de módulo ou aula.</a:t>
            </a:r>
          </a:p>
          <a:p xmlns:a="http://schemas.openxmlformats.org/drawingml/2006/main">
            <a:r>
              <a:t>Troque título, subtítulo, subject, nível e duração.</a:t>
            </a:r>
          </a:p>
          <a:p xmlns:a="http://schemas.openxmlformats.org/drawingml/2006/main">
            <a:r>
              <a:t>Mantenha a pergunta/problema do módulo na fala de abertura.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slide para explicar a lógica geral do módulo antes de entrar no conteúdo.</a:t>
            </a:r>
          </a:p>
          <a:p xmlns:a="http://schemas.openxmlformats.org/drawingml/2006/main">
            <a:r>
              <a:t>O fluxo deriva do Code Zone Learning Framework e deve orientar todos os materiais.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Ajuste o tempo de cada bloco conforme a duração real da aula.</a:t>
            </a:r>
          </a:p>
          <a:p xmlns:a="http://schemas.openxmlformats.org/drawingml/2006/main">
            <a:r>
              <a:t>Mantenha a ordem: reduzir carga cognitiva antes de pedir autonomia.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Comece o módulo pelos objetivos antes da teoria.</a:t>
            </a:r>
          </a:p>
          <a:p xmlns:a="http://schemas.openxmlformats.org/drawingml/2006/main">
            <a:r>
              <a:t>Troque os cinco objetivos pelo resultado esperado da aula.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motivação deve criar curiosidade antes da explicação formal.</a:t>
            </a:r>
          </a:p>
          <a:p xmlns:a="http://schemas.openxmlformats.org/drawingml/2006/main">
            <a:r>
              <a:t>Escolha um problema que volte no exemplo resolvido e nos exercícios.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Responda quem usa, onde aparece e qual decisão o conteúdo apoia.</a:t>
            </a:r>
          </a:p>
          <a:p xmlns:a="http://schemas.openxmlformats.org/drawingml/2006/main">
            <a:r>
              <a:t>Essa etapa aumenta aprendizagem significativa e reduz teoria solta.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slide para um conceito por vez.</a:t>
            </a:r>
          </a:p>
          <a:p xmlns:a="http://schemas.openxmlformats.org/drawingml/2006/main">
            <a:r>
              <a:t>Se houver mais de um conceito novo, duplique o slide e mantenha baixa densidade.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Troque os pares por exemplos do módulo.</a:t>
            </a:r>
          </a:p>
          <a:p xmlns:a="http://schemas.openxmlformats.org/drawingml/2006/main">
            <a:r>
              <a:t>Toda analogia precisa incluir um cuidado para não gerar falsa compreensão.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apenas um visual por slide.</a:t>
            </a:r>
          </a:p>
          <a:p xmlns:a="http://schemas.openxmlformats.org/drawingml/2006/main">
            <a:r>
              <a:t>Se o diagrama ficar complexo, divida em dois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slide deve reduzir carga cognitiva antes do exercício guiado.</a:t>
            </a:r>
          </a:p>
          <a:p xmlns:a="http://schemas.openxmlformats.org/drawingml/2006/main">
            <a:r>
              <a:t>Use o mesmo problema do início para fechar o arco da aula.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Substitua o código pelo menor exemplo executável da aula.</a:t>
            </a:r>
          </a:p>
          <a:p xmlns:a="http://schemas.openxmlformats.org/drawingml/2006/main">
            <a:r>
              <a:t>Evite blocos longos; se precisar, divida em etapas.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slide deve converter output em interpretação.</a:t>
            </a:r>
          </a:p>
          <a:p xmlns:a="http://schemas.openxmlformats.org/drawingml/2006/main">
            <a:r>
              <a:t>Inclua limitações; isso evita conclusões exageradas.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Mantenha esta seção fixa em todos os módulos.</a:t>
            </a:r>
          </a:p>
          <a:p xmlns:a="http://schemas.openxmlformats.org/drawingml/2006/main">
            <a:r>
              <a:t>Erros comuns reduzem frustração e ajudam o aluno a depurar sozinho.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para atividade em sala ou notebook.</a:t>
            </a:r>
          </a:p>
          <a:p xmlns:a="http://schemas.openxmlformats.org/drawingml/2006/main">
            <a:r>
              <a:t>A prática guiada deve reduzir carga cognitiva antes dos exercícios independentes.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slide para tarefas sem resposta imediata.</a:t>
            </a:r>
          </a:p>
          <a:p xmlns:a="http://schemas.openxmlformats.org/drawingml/2006/main">
            <a:r>
              <a:t>Peça explicação, interpretação e limite, não apenas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mini desafio vem depois de exemplos e prática guiada.</a:t>
            </a:r>
          </a:p>
          <a:p xmlns:a="http://schemas.openxmlformats.org/drawingml/2006/main">
            <a:r>
              <a:t>Não use este slide para iniciar uma aula com criação complexa.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uma página de resumo por módulo.</a:t>
            </a:r>
          </a:p>
          <a:p xmlns:a="http://schemas.openxmlformats.org/drawingml/2006/main">
            <a:r>
              <a:t>Checklist deve medir as mesmas capacidades dos objetivos.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criando continuidade entre módulos.</a:t>
            </a:r>
          </a:p>
          <a:p xmlns:a="http://schemas.openxmlformats.org/drawingml/2006/main">
            <a:r>
              <a:t>Conecte o próximo conteúdo com o problema que acabou de ser resolvido.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slide documenta o sistema visual para quem reutilizar o template.</a:t>
            </a:r>
          </a:p>
          <a:p xmlns:a="http://schemas.openxmlformats.org/drawingml/2006/main">
            <a:r>
              <a:t>Pode ser ocultado em aulas finais, mas deve permanecer no arquivo-base.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neutro para criar variações rápidas.</a:t>
            </a:r>
          </a:p>
          <a:p xmlns:a="http://schemas.openxmlformats.org/drawingml/2006/main">
            <a:r>
              <a:t>Preserve rodapé, margens e paleta.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61f38fbba34e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64c2b3a7c74d83" /><Relationship Type="http://schemas.openxmlformats.org/officeDocument/2006/relationships/slideLayout" Target="/ppt/slideLayouts/slideLayout1.xml" Id="R3d29fb52f7234b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29fb52f7234b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8b6e34f2e4a4f" /><Relationship Type="http://schemas.openxmlformats.org/officeDocument/2006/relationships/notesSlide" Target="/ppt/notesSlides/notesSlide1.xml" Id="R8e8dabbc648247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3fd037c1543e0" /><Relationship Type="http://schemas.openxmlformats.org/officeDocument/2006/relationships/notesSlide" Target="/ppt/notesSlides/notesSlide2.xml" Id="Rb1ad54a3e7ab4f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250b07114464a" /><Relationship Type="http://schemas.openxmlformats.org/officeDocument/2006/relationships/notesSlide" Target="/ppt/notesSlides/notesSlide3.xml" Id="R5428f9b3783448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a7d0024a5454c" /><Relationship Type="http://schemas.openxmlformats.org/officeDocument/2006/relationships/notesSlide" Target="/ppt/notesSlides/notesSlide4.xml" Id="R75f37dddda8b41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0bf65b2e944a8" /><Relationship Type="http://schemas.openxmlformats.org/officeDocument/2006/relationships/notesSlide" Target="/ppt/notesSlides/notesSlide5.xml" Id="R1395a843bb0047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5b3dd666f45a2" /><Relationship Type="http://schemas.openxmlformats.org/officeDocument/2006/relationships/notesSlide" Target="/ppt/notesSlides/notesSlide6.xml" Id="R96dea0fc7dc341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cd847ec8a4f72" /><Relationship Type="http://schemas.openxmlformats.org/officeDocument/2006/relationships/notesSlide" Target="/ppt/notesSlides/notesSlide7.xml" Id="Rd509aa09c37745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345be3706401f" /><Relationship Type="http://schemas.openxmlformats.org/officeDocument/2006/relationships/notesSlide" Target="/ppt/notesSlides/notesSlide8.xml" Id="R3eed21ccaadd48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7dd2d215b4f72" /><Relationship Type="http://schemas.openxmlformats.org/officeDocument/2006/relationships/notesSlide" Target="/ppt/notesSlides/notesSlide9.xml" Id="R325832314bec42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34c30969f4c5d" /><Relationship Type="http://schemas.openxmlformats.org/officeDocument/2006/relationships/notesSlide" Target="/ppt/notesSlides/notesSlide10.xml" Id="Rae5578ee606c4f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335aaa53a4ae6" /><Relationship Type="http://schemas.openxmlformats.org/officeDocument/2006/relationships/notesSlide" Target="/ppt/notesSlides/notesSlide11.xml" Id="Re0828cc8a57240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64d8deaf545f0" /><Relationship Type="http://schemas.openxmlformats.org/officeDocument/2006/relationships/notesSlide" Target="/ppt/notesSlides/notesSlide12.xml" Id="R402c101b36e24d3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82ebcdf184576" /><Relationship Type="http://schemas.openxmlformats.org/officeDocument/2006/relationships/notesSlide" Target="/ppt/notesSlides/notesSlide13.xml" Id="R350364b6a78447f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04620cd4f4d7a" /><Relationship Type="http://schemas.openxmlformats.org/officeDocument/2006/relationships/notesSlide" Target="/ppt/notesSlides/notesSlide14.xml" Id="R7609f8e2d4e74e3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01265f1a64711" /><Relationship Type="http://schemas.openxmlformats.org/officeDocument/2006/relationships/notesSlide" Target="/ppt/notesSlides/notesSlide15.xml" Id="R60d1dd63343d4a1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ddfd0a7a74c7c" /><Relationship Type="http://schemas.openxmlformats.org/officeDocument/2006/relationships/notesSlide" Target="/ppt/notesSlides/notesSlide16.xml" Id="R0b8ac32c66ae49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a7ccd7c514f22" /><Relationship Type="http://schemas.openxmlformats.org/officeDocument/2006/relationships/notesSlide" Target="/ppt/notesSlides/notesSlide17.xml" Id="R0a544d4050f44d7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464bc431e4390" /><Relationship Type="http://schemas.openxmlformats.org/officeDocument/2006/relationships/notesSlide" Target="/ppt/notesSlides/notesSlide18.xml" Id="R2ccbe055e0ef4ef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9e2c71bc14f47" /><Relationship Type="http://schemas.openxmlformats.org/officeDocument/2006/relationships/notesSlide" Target="/ppt/notesSlides/notesSlide19.xml" Id="Rbdd342e959174d9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47f15cf8f492b" /><Relationship Type="http://schemas.openxmlformats.org/officeDocument/2006/relationships/notesSlide" Target="/ppt/notesSlides/notesSlide20.xml" Id="Rb4c246a1c71c47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rid-v">
            <a:extLst xmlns:a="http://schemas.openxmlformats.org/drawingml/2006/main">
              <a:ext uri="{FF2B5EF4-FFF2-40B4-BE49-F238E27FC236}">
                <a16:creationId xmlns:a16="http://schemas.microsoft.com/office/drawing/2014/main" id="{F07F17BA-B6C1-4C34-B793-2B11D159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CFE6F497-1379-43C5-91B4-46E58806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17CD0855-48F2-4BF5-AAD6-E88EE799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DFB6E266-C3D9-466E-8280-A648459C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E81DBDDF-58C2-4E4E-BEC3-19DF6522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26DC01BB-EAC5-4C15-B02D-843A75AD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BD4B1E94-7E47-4C79-99D1-A8F102FA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3CBD9D49-C47E-4FEE-AFFE-41201FD3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51E1798C-09BE-43D5-98D8-0E41EC98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B26908D0-6997-4E4F-978F-408C7AC9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87B4BE1E-1A18-4F89-A59A-2034393C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34C0A00E-3FA8-4C69-A4D8-0786775B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95C2D26F-B23F-4468-B8DB-DE12A112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18C80D4D-6F3A-46DF-82F7-A9E07862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C3D555B6-4827-4EAF-A239-95CD86BE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AB9A82BE-8F6B-41FE-AE8B-DD1FF2D4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B2D9E8E4-2E17-4296-8B42-1299022E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4EAD3CD1-4330-4A25-8DA5-027EE035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852A0B69-63D1-4E40-A417-4A217E10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2F7B80A3-C43E-4206-81D9-2EAA26E2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5D29DB26-691D-404C-A10E-5A063B72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E66BAAAC-DF94-4495-B020-DDDDF459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C0397BB9-1DC0-47D0-90DB-6611A8B8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2ADD0600-AD8B-46DF-86F7-53A7EACE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1755D6E7-5E2C-4D80-8F95-C9768B54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E365B382-BAA3-4B92-B4B9-2B400117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ACE39E08-6C5F-4F89-870D-B4F913E1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45E882C2-97AA-4C6B-B356-55D15E07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7CA79DF9-877D-4F02-AE26-FFF04CB0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00430D86-F609-404C-8A84-9332F738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0528FDEF-D901-4445-B385-0DF4D692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51DE6D56-A38D-49C5-9DC5-66CCAAAE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325E8083-80C0-439F-9E75-36825872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op-accent">
            <a:extLst xmlns:a="http://schemas.openxmlformats.org/drawingml/2006/main">
              <a:ext uri="{FF2B5EF4-FFF2-40B4-BE49-F238E27FC236}">
                <a16:creationId xmlns:a16="http://schemas.microsoft.com/office/drawing/2014/main" id="{075A8AAC-5CCC-482D-B620-3B932FF6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BB3AC27-BB87-44FE-85CD-1A888D3E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rPr>
              <a:t>CODE ZONE</a:t>
            </a:r>
          </a:p>
        </p:txBody>
      </p:sp>
      <p:sp>
        <p:nvSpPr>
          <p:cNvPr id="36" name="footer-mid">
            <a:extLst xmlns:a="http://schemas.openxmlformats.org/drawingml/2006/main">
              <a:ext uri="{FF2B5EF4-FFF2-40B4-BE49-F238E27FC236}">
                <a16:creationId xmlns:a16="http://schemas.microsoft.com/office/drawing/2014/main" id="{2B54617A-CDA9-471B-885E-E66C77B3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19850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rPr>
              <a:t>BASE PARA FUTURAS AULAS</a:t>
            </a:r>
          </a:p>
        </p:txBody>
      </p:sp>
      <p:sp>
        <p:nvSpPr>
          <p:cNvPr id="3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ACED0B8-F2C6-4D2C-840D-8CD80007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rPr>
              <a:t>TEMPLATE DE AULA</a:t>
            </a:r>
          </a:p>
        </p:txBody>
      </p:sp>
      <p:sp>
        <p:nvSpPr>
          <p:cNvPr id="38" name="brand-dot">
            <a:extLst xmlns:a="http://schemas.openxmlformats.org/drawingml/2006/main">
              <a:ext uri="{FF2B5EF4-FFF2-40B4-BE49-F238E27FC236}">
                <a16:creationId xmlns:a16="http://schemas.microsoft.com/office/drawing/2014/main" id="{409449C0-24A0-4594-8A40-FE8C9721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85800" y="552450"/>
            <a:ext cx="119063" cy="119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rand-dot">
            <a:extLst xmlns:a="http://schemas.openxmlformats.org/drawingml/2006/main">
              <a:ext uri="{FF2B5EF4-FFF2-40B4-BE49-F238E27FC236}">
                <a16:creationId xmlns:a16="http://schemas.microsoft.com/office/drawing/2014/main" id="{B1EF6EC5-1DFD-4DB8-8670-E0059578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52488" y="552450"/>
            <a:ext cx="119063" cy="119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rand-dot">
            <a:extLst xmlns:a="http://schemas.openxmlformats.org/drawingml/2006/main">
              <a:ext uri="{FF2B5EF4-FFF2-40B4-BE49-F238E27FC236}">
                <a16:creationId xmlns:a16="http://schemas.microsoft.com/office/drawing/2014/main" id="{DB45AA18-C063-4E00-9A87-953F4F02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85800" y="719138"/>
            <a:ext cx="119063" cy="119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rand-dot">
            <a:extLst xmlns:a="http://schemas.openxmlformats.org/drawingml/2006/main">
              <a:ext uri="{FF2B5EF4-FFF2-40B4-BE49-F238E27FC236}">
                <a16:creationId xmlns:a16="http://schemas.microsoft.com/office/drawing/2014/main" id="{B5260A04-5D52-4FE7-AA13-6C528F56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52488" y="719138"/>
            <a:ext cx="119063" cy="119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rand-dot">
            <a:extLst xmlns:a="http://schemas.openxmlformats.org/drawingml/2006/main">
              <a:ext uri="{FF2B5EF4-FFF2-40B4-BE49-F238E27FC236}">
                <a16:creationId xmlns:a16="http://schemas.microsoft.com/office/drawing/2014/main" id="{D81D3670-2595-446C-96B4-B1C9EAD8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019175" y="719138"/>
            <a:ext cx="119063" cy="119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rand-dot">
            <a:extLst xmlns:a="http://schemas.openxmlformats.org/drawingml/2006/main">
              <a:ext uri="{FF2B5EF4-FFF2-40B4-BE49-F238E27FC236}">
                <a16:creationId xmlns:a16="http://schemas.microsoft.com/office/drawing/2014/main" id="{19CD5D61-EBB8-4ABB-B4E1-9D01E30C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52488" y="885825"/>
            <a:ext cx="119063" cy="119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rand-dot">
            <a:extLst xmlns:a="http://schemas.openxmlformats.org/drawingml/2006/main">
              <a:ext uri="{FF2B5EF4-FFF2-40B4-BE49-F238E27FC236}">
                <a16:creationId xmlns:a16="http://schemas.microsoft.com/office/drawing/2014/main" id="{BF7FEFAE-6BA9-46F1-BA8D-4205F1A7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019175" y="885825"/>
            <a:ext cx="119063" cy="119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rand-text">
            <a:extLst xmlns:a="http://schemas.openxmlformats.org/drawingml/2006/main">
              <a:ext uri="{FF2B5EF4-FFF2-40B4-BE49-F238E27FC236}">
                <a16:creationId xmlns:a16="http://schemas.microsoft.com/office/drawing/2014/main" id="{83670B10-D62B-49E6-8D6D-1A88E47A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3" y="540544"/>
            <a:ext cx="2262188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Code Zone</a:t>
            </a:r>
          </a:p>
        </p:txBody>
      </p:sp>
      <p:sp>
        <p:nvSpPr>
          <p:cNvPr id="46" name="eyebrow">
            <a:extLst xmlns:a="http://schemas.openxmlformats.org/drawingml/2006/main">
              <a:ext uri="{FF2B5EF4-FFF2-40B4-BE49-F238E27FC236}">
                <a16:creationId xmlns:a16="http://schemas.microsoft.com/office/drawing/2014/main" id="{9AD14A6B-D388-4AC5-A1AA-1E982D1D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rPr>
              <a:t>// TEMPLATE OFICIAL</a:t>
            </a:r>
          </a:p>
        </p:txBody>
      </p:sp>
      <p:sp>
        <p:nvSpPr>
          <p:cNvPr id="47" name="cover-title-a">
            <a:extLst xmlns:a="http://schemas.openxmlformats.org/drawingml/2006/main">
              <a:ext uri="{FF2B5EF4-FFF2-40B4-BE49-F238E27FC236}">
                <a16:creationId xmlns:a16="http://schemas.microsoft.com/office/drawing/2014/main" id="{1609DBDF-98DA-4484-87A5-72D1410D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09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9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49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Nome do módulo</a:t>
            </a:r>
          </a:p>
        </p:txBody>
      </p:sp>
      <p:sp>
        <p:nvSpPr>
          <p:cNvPr id="48" name="cover-title-b">
            <a:extLst xmlns:a="http://schemas.openxmlformats.org/drawingml/2006/main">
              <a:ext uri="{FF2B5EF4-FFF2-40B4-BE49-F238E27FC236}">
                <a16:creationId xmlns:a16="http://schemas.microsoft.com/office/drawing/2014/main" id="{13EF037C-32E6-4956-BD0E-0488189F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9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49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que vira</a:t>
            </a:r>
          </a:p>
        </p:txBody>
      </p:sp>
      <p:sp>
        <p:nvSpPr>
          <p:cNvPr id="49" name="cover-title-c">
            <a:extLst xmlns:a="http://schemas.openxmlformats.org/drawingml/2006/main">
              <a:ext uri="{FF2B5EF4-FFF2-40B4-BE49-F238E27FC236}">
                <a16:creationId xmlns:a16="http://schemas.microsoft.com/office/drawing/2014/main" id="{7EFBBF4B-8487-4C2B-98B0-30EC5D24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950" b="1">
                <a:solidFill>
                  <a:srgbClr val="D8F13B"/>
                </a:solidFill>
                <a:latin typeface="Space Grotesk"/>
                <a:ea typeface="Space Grotesk"/>
                <a:cs typeface="Space Grotesk"/>
              </a:defRPr>
            </a:pPr>
            <a:r>
              <a:rPr sz="4950" b="1">
                <a:solidFill>
                  <a:srgbClr val="D8F13B"/>
                </a:solidFill>
                <a:latin typeface="Space Grotesk"/>
                <a:ea typeface="Space Grotesk"/>
                <a:cs typeface="Space Grotesk"/>
              </a:rPr>
              <a:t>solução.</a:t>
            </a:r>
          </a:p>
        </p:txBody>
      </p:sp>
      <p:sp>
        <p:nvSpPr>
          <p:cNvPr id="50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9F5D07A-D1BF-4814-BEAA-8371C153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CFD3E6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CFD3E6"/>
                </a:solidFill>
                <a:latin typeface="Inter"/>
                <a:ea typeface="Inter"/>
                <a:cs typeface="Inter"/>
              </a:rPr>
              <a:t>Subtítulo curto da aula: problema real, conceito central e aplicação prática.</a:t>
            </a:r>
          </a:p>
        </p:txBody>
      </p:sp>
      <p:sp>
        <p:nvSpPr>
          <p:cNvPr id="51" name="capsule">
            <a:extLst xmlns:a="http://schemas.openxmlformats.org/drawingml/2006/main">
              <a:ext uri="{FF2B5EF4-FFF2-40B4-BE49-F238E27FC236}">
                <a16:creationId xmlns:a16="http://schemas.microsoft.com/office/drawing/2014/main" id="{22CDC53B-D139-4DFC-BE0F-820BD34D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7716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2" name="capsule-label">
            <a:extLst xmlns:a="http://schemas.openxmlformats.org/drawingml/2006/main">
              <a:ext uri="{FF2B5EF4-FFF2-40B4-BE49-F238E27FC236}">
                <a16:creationId xmlns:a16="http://schemas.microsoft.com/office/drawing/2014/main" id="{C6A4EA6C-622B-4726-9179-6273D4BF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rPr>
              <a:t>SUBJECT / MÓDULO</a:t>
            </a:r>
          </a:p>
        </p:txBody>
      </p:sp>
      <p:sp>
        <p:nvSpPr>
          <p:cNvPr id="53" name="capsule">
            <a:extLst xmlns:a="http://schemas.openxmlformats.org/drawingml/2006/main">
              <a:ext uri="{FF2B5EF4-FFF2-40B4-BE49-F238E27FC236}">
                <a16:creationId xmlns:a16="http://schemas.microsoft.com/office/drawing/2014/main" id="{2051FCD2-791E-428E-B124-B2FBEEEE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429250"/>
            <a:ext cx="10287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4" name="capsule-label">
            <a:extLst xmlns:a="http://schemas.openxmlformats.org/drawingml/2006/main">
              <a:ext uri="{FF2B5EF4-FFF2-40B4-BE49-F238E27FC236}">
                <a16:creationId xmlns:a16="http://schemas.microsoft.com/office/drawing/2014/main" id="{53D9B6A8-89B6-416D-9F13-53AA0860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5245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rPr>
              <a:t>NÍVEL</a:t>
            </a:r>
          </a:p>
        </p:txBody>
      </p:sp>
      <p:sp>
        <p:nvSpPr>
          <p:cNvPr id="55" name="capsule">
            <a:extLst xmlns:a="http://schemas.openxmlformats.org/drawingml/2006/main">
              <a:ext uri="{FF2B5EF4-FFF2-40B4-BE49-F238E27FC236}">
                <a16:creationId xmlns:a16="http://schemas.microsoft.com/office/drawing/2014/main" id="{CB6DBE8F-BE40-46F8-B820-369F0B15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29250"/>
            <a:ext cx="1200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6" name="capsule-label">
            <a:extLst xmlns:a="http://schemas.openxmlformats.org/drawingml/2006/main">
              <a:ext uri="{FF2B5EF4-FFF2-40B4-BE49-F238E27FC236}">
                <a16:creationId xmlns:a16="http://schemas.microsoft.com/office/drawing/2014/main" id="{9B3D988C-72BF-407B-9113-6197A968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5245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A55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4A55FF"/>
                </a:solidFill>
                <a:latin typeface="Cascadia Mono"/>
                <a:ea typeface="Cascadia Mono"/>
                <a:cs typeface="Cascadia Mono"/>
              </a:rPr>
              <a:t>DURAÇÃO</a:t>
            </a:r>
          </a:p>
        </p:txBody>
      </p:sp>
      <p:sp>
        <p:nvSpPr>
          <p:cNvPr id="57" name="data-visual-shell">
            <a:extLst xmlns:a="http://schemas.openxmlformats.org/drawingml/2006/main">
              <a:ext uri="{FF2B5EF4-FFF2-40B4-BE49-F238E27FC236}">
                <a16:creationId xmlns:a16="http://schemas.microsoft.com/office/drawing/2014/main" id="{0E291FC0-4FAA-4624-9886-0B1BFAF3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76300"/>
            <a:ext cx="4762500" cy="4953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0D17">
              <a:alpha val="88000"/>
            </a:srgbClr>
          </a:solidFill>
          <a:ln xmlns:a="http://schemas.openxmlformats.org/drawingml/2006/main" w="9525">
            <a:solidFill>
              <a:srgbClr val="4A55FF">
                <a:alpha val="48000"/>
              </a:srgbClr>
            </a:solidFill>
            <a:prstDash val="solid"/>
          </a:ln>
        </p:spPr>
      </p:sp>
      <p:sp>
        <p:nvSpPr>
          <p:cNvPr id="58" name="visual-topline">
            <a:extLst xmlns:a="http://schemas.openxmlformats.org/drawingml/2006/main">
              <a:ext uri="{FF2B5EF4-FFF2-40B4-BE49-F238E27FC236}">
                <a16:creationId xmlns:a16="http://schemas.microsoft.com/office/drawing/2014/main" id="{B9D896C8-5553-4F42-8917-6A1433E4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335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visual-footerline">
            <a:extLst xmlns:a="http://schemas.openxmlformats.org/drawingml/2006/main">
              <a:ext uri="{FF2B5EF4-FFF2-40B4-BE49-F238E27FC236}">
                <a16:creationId xmlns:a16="http://schemas.microsoft.com/office/drawing/2014/main" id="{75AC72A8-A382-4D8C-8826-A34DFA0B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721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FA449302-1480-4471-9B47-120FFB0D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382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777D91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777D91"/>
                </a:solidFill>
                <a:latin typeface="Cascadia Mono"/>
                <a:ea typeface="Cascadia Mono"/>
                <a:cs typeface="Cascadia Mono"/>
              </a:rPr>
              <a:t>KNOWLEDGE_GRAPH.ZONE</a:t>
            </a:r>
          </a:p>
        </p:txBody>
      </p:sp>
      <p:sp>
        <p:nvSpPr>
          <p:cNvPr id="61" name="visual-live">
            <a:extLst xmlns:a="http://schemas.openxmlformats.org/drawingml/2006/main">
              <a:ext uri="{FF2B5EF4-FFF2-40B4-BE49-F238E27FC236}">
                <a16:creationId xmlns:a16="http://schemas.microsoft.com/office/drawing/2014/main" id="{E01B5A53-B1E3-4A17-8B32-608A5869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038225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rPr>
              <a:t>LIVE</a:t>
            </a:r>
          </a:p>
        </p:txBody>
      </p:sp>
      <p:sp>
        <p:nvSpPr>
          <p:cNvPr id="62" name="mini-grid-v">
            <a:extLst xmlns:a="http://schemas.openxmlformats.org/drawingml/2006/main">
              <a:ext uri="{FF2B5EF4-FFF2-40B4-BE49-F238E27FC236}">
                <a16:creationId xmlns:a16="http://schemas.microsoft.com/office/drawing/2014/main" id="{CFF49A28-675E-480E-8EBD-DCCCB25D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04950"/>
            <a:ext cx="952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mini-grid-v">
            <a:extLst xmlns:a="http://schemas.openxmlformats.org/drawingml/2006/main">
              <a:ext uri="{FF2B5EF4-FFF2-40B4-BE49-F238E27FC236}">
                <a16:creationId xmlns:a16="http://schemas.microsoft.com/office/drawing/2014/main" id="{CEF66F10-EA90-4D4A-A322-D4422D6E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04950"/>
            <a:ext cx="952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mini-grid-v">
            <a:extLst xmlns:a="http://schemas.openxmlformats.org/drawingml/2006/main">
              <a:ext uri="{FF2B5EF4-FFF2-40B4-BE49-F238E27FC236}">
                <a16:creationId xmlns:a16="http://schemas.microsoft.com/office/drawing/2014/main" id="{BAC8F6B0-7697-44F1-A739-9E46FAD3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504950"/>
            <a:ext cx="952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mini-grid-v">
            <a:extLst xmlns:a="http://schemas.openxmlformats.org/drawingml/2006/main">
              <a:ext uri="{FF2B5EF4-FFF2-40B4-BE49-F238E27FC236}">
                <a16:creationId xmlns:a16="http://schemas.microsoft.com/office/drawing/2014/main" id="{D02BEF5D-BDA2-4ECD-9B8A-04D7931B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504950"/>
            <a:ext cx="952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mini-grid-v">
            <a:extLst xmlns:a="http://schemas.openxmlformats.org/drawingml/2006/main">
              <a:ext uri="{FF2B5EF4-FFF2-40B4-BE49-F238E27FC236}">
                <a16:creationId xmlns:a16="http://schemas.microsoft.com/office/drawing/2014/main" id="{B2E0ADA8-71EC-4B6D-9C5F-7A966BFB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04950"/>
            <a:ext cx="952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mini-grid-v">
            <a:extLst xmlns:a="http://schemas.openxmlformats.org/drawingml/2006/main">
              <a:ext uri="{FF2B5EF4-FFF2-40B4-BE49-F238E27FC236}">
                <a16:creationId xmlns:a16="http://schemas.microsoft.com/office/drawing/2014/main" id="{6C393C26-C579-4A28-B3C4-D1AD4F5E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04950"/>
            <a:ext cx="952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mini-grid-v">
            <a:extLst xmlns:a="http://schemas.openxmlformats.org/drawingml/2006/main">
              <a:ext uri="{FF2B5EF4-FFF2-40B4-BE49-F238E27FC236}">
                <a16:creationId xmlns:a16="http://schemas.microsoft.com/office/drawing/2014/main" id="{F8C84DE0-8ADE-44BC-8D6F-05ECF6FC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04950"/>
            <a:ext cx="952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mini-grid-v">
            <a:extLst xmlns:a="http://schemas.openxmlformats.org/drawingml/2006/main">
              <a:ext uri="{FF2B5EF4-FFF2-40B4-BE49-F238E27FC236}">
                <a16:creationId xmlns:a16="http://schemas.microsoft.com/office/drawing/2014/main" id="{1694536B-BEF5-41B2-AE93-95542820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04950"/>
            <a:ext cx="952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mini-grid-v">
            <a:extLst xmlns:a="http://schemas.openxmlformats.org/drawingml/2006/main">
              <a:ext uri="{FF2B5EF4-FFF2-40B4-BE49-F238E27FC236}">
                <a16:creationId xmlns:a16="http://schemas.microsoft.com/office/drawing/2014/main" id="{D6D16BB9-48D5-402E-B471-6D11EF6D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504950"/>
            <a:ext cx="952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mini-grid-v">
            <a:extLst xmlns:a="http://schemas.openxmlformats.org/drawingml/2006/main">
              <a:ext uri="{FF2B5EF4-FFF2-40B4-BE49-F238E27FC236}">
                <a16:creationId xmlns:a16="http://schemas.microsoft.com/office/drawing/2014/main" id="{38834303-12F0-4256-9A42-75013BEA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504950"/>
            <a:ext cx="952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mini-grid-v">
            <a:extLst xmlns:a="http://schemas.openxmlformats.org/drawingml/2006/main">
              <a:ext uri="{FF2B5EF4-FFF2-40B4-BE49-F238E27FC236}">
                <a16:creationId xmlns:a16="http://schemas.microsoft.com/office/drawing/2014/main" id="{B44764FB-1C04-4709-9F97-D4526B11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504950"/>
            <a:ext cx="952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mini-grid-v">
            <a:extLst xmlns:a="http://schemas.openxmlformats.org/drawingml/2006/main">
              <a:ext uri="{FF2B5EF4-FFF2-40B4-BE49-F238E27FC236}">
                <a16:creationId xmlns:a16="http://schemas.microsoft.com/office/drawing/2014/main" id="{1E10C361-5967-49F2-A068-E0F1533E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04950"/>
            <a:ext cx="952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mini-grid-v">
            <a:extLst xmlns:a="http://schemas.openxmlformats.org/drawingml/2006/main">
              <a:ext uri="{FF2B5EF4-FFF2-40B4-BE49-F238E27FC236}">
                <a16:creationId xmlns:a16="http://schemas.microsoft.com/office/drawing/2014/main" id="{083EEBC5-9F04-49C5-9467-875096D4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504950"/>
            <a:ext cx="952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mini-grid-v">
            <a:extLst xmlns:a="http://schemas.openxmlformats.org/drawingml/2006/main">
              <a:ext uri="{FF2B5EF4-FFF2-40B4-BE49-F238E27FC236}">
                <a16:creationId xmlns:a16="http://schemas.microsoft.com/office/drawing/2014/main" id="{82AEFD23-AE33-4980-AA77-4D0FBB44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504950"/>
            <a:ext cx="952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mini-grid-v">
            <a:extLst xmlns:a="http://schemas.openxmlformats.org/drawingml/2006/main">
              <a:ext uri="{FF2B5EF4-FFF2-40B4-BE49-F238E27FC236}">
                <a16:creationId xmlns:a16="http://schemas.microsoft.com/office/drawing/2014/main" id="{124A07A9-9EF5-4974-9AE0-67AFF4B2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504950"/>
            <a:ext cx="952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mini-grid-h">
            <a:extLst xmlns:a="http://schemas.openxmlformats.org/drawingml/2006/main">
              <a:ext uri="{FF2B5EF4-FFF2-40B4-BE49-F238E27FC236}">
                <a16:creationId xmlns:a16="http://schemas.microsoft.com/office/drawing/2014/main" id="{91581BF7-52F0-48CF-B386-8CFFCA96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04950"/>
            <a:ext cx="441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mini-grid-h">
            <a:extLst xmlns:a="http://schemas.openxmlformats.org/drawingml/2006/main">
              <a:ext uri="{FF2B5EF4-FFF2-40B4-BE49-F238E27FC236}">
                <a16:creationId xmlns:a16="http://schemas.microsoft.com/office/drawing/2014/main" id="{027A5B0A-ACBD-4ECE-A0EB-18E39A06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09750"/>
            <a:ext cx="441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mini-grid-h">
            <a:extLst xmlns:a="http://schemas.openxmlformats.org/drawingml/2006/main">
              <a:ext uri="{FF2B5EF4-FFF2-40B4-BE49-F238E27FC236}">
                <a16:creationId xmlns:a16="http://schemas.microsoft.com/office/drawing/2014/main" id="{DFFE51BA-A003-4F32-98A8-A7F49A7F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14550"/>
            <a:ext cx="441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mini-grid-h">
            <a:extLst xmlns:a="http://schemas.openxmlformats.org/drawingml/2006/main">
              <a:ext uri="{FF2B5EF4-FFF2-40B4-BE49-F238E27FC236}">
                <a16:creationId xmlns:a16="http://schemas.microsoft.com/office/drawing/2014/main" id="{046B08FF-16C0-4CA0-B97D-2EB14859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19350"/>
            <a:ext cx="441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mini-grid-h">
            <a:extLst xmlns:a="http://schemas.openxmlformats.org/drawingml/2006/main">
              <a:ext uri="{FF2B5EF4-FFF2-40B4-BE49-F238E27FC236}">
                <a16:creationId xmlns:a16="http://schemas.microsoft.com/office/drawing/2014/main" id="{1A4C1793-295A-478C-83D0-1B1AE7F9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24150"/>
            <a:ext cx="441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mini-grid-h">
            <a:extLst xmlns:a="http://schemas.openxmlformats.org/drawingml/2006/main">
              <a:ext uri="{FF2B5EF4-FFF2-40B4-BE49-F238E27FC236}">
                <a16:creationId xmlns:a16="http://schemas.microsoft.com/office/drawing/2014/main" id="{4BE02D35-DE90-4F39-9A4C-582BC030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41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mini-grid-h">
            <a:extLst xmlns:a="http://schemas.openxmlformats.org/drawingml/2006/main">
              <a:ext uri="{FF2B5EF4-FFF2-40B4-BE49-F238E27FC236}">
                <a16:creationId xmlns:a16="http://schemas.microsoft.com/office/drawing/2014/main" id="{9E00AFFE-8276-448E-B632-BF35D5DF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33750"/>
            <a:ext cx="441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mini-grid-h">
            <a:extLst xmlns:a="http://schemas.openxmlformats.org/drawingml/2006/main">
              <a:ext uri="{FF2B5EF4-FFF2-40B4-BE49-F238E27FC236}">
                <a16:creationId xmlns:a16="http://schemas.microsoft.com/office/drawing/2014/main" id="{9B30C3EF-AEE1-4D74-B1A7-106B59B9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38550"/>
            <a:ext cx="441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mini-grid-h">
            <a:extLst xmlns:a="http://schemas.openxmlformats.org/drawingml/2006/main">
              <a:ext uri="{FF2B5EF4-FFF2-40B4-BE49-F238E27FC236}">
                <a16:creationId xmlns:a16="http://schemas.microsoft.com/office/drawing/2014/main" id="{932FCCAF-AADF-422E-8B45-CE466E60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43350"/>
            <a:ext cx="441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mini-grid-h">
            <a:extLst xmlns:a="http://schemas.openxmlformats.org/drawingml/2006/main">
              <a:ext uri="{FF2B5EF4-FFF2-40B4-BE49-F238E27FC236}">
                <a16:creationId xmlns:a16="http://schemas.microsoft.com/office/drawing/2014/main" id="{ED3CA760-D136-4C36-86E0-1E933E73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48150"/>
            <a:ext cx="441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mini-grid-h">
            <a:extLst xmlns:a="http://schemas.openxmlformats.org/drawingml/2006/main">
              <a:ext uri="{FF2B5EF4-FFF2-40B4-BE49-F238E27FC236}">
                <a16:creationId xmlns:a16="http://schemas.microsoft.com/office/drawing/2014/main" id="{2AD45388-C4EE-4E07-9730-001C0D1A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52950"/>
            <a:ext cx="441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mini-grid-h">
            <a:extLst xmlns:a="http://schemas.openxmlformats.org/drawingml/2006/main">
              <a:ext uri="{FF2B5EF4-FFF2-40B4-BE49-F238E27FC236}">
                <a16:creationId xmlns:a16="http://schemas.microsoft.com/office/drawing/2014/main" id="{53D3E2F8-7787-4E26-A2FC-2D60A0D0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57750"/>
            <a:ext cx="441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mini-grid-h">
            <a:extLst xmlns:a="http://schemas.openxmlformats.org/drawingml/2006/main">
              <a:ext uri="{FF2B5EF4-FFF2-40B4-BE49-F238E27FC236}">
                <a16:creationId xmlns:a16="http://schemas.microsoft.com/office/drawing/2014/main" id="{3204B6DA-472A-42D0-BC7B-B8E54F8D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62550"/>
            <a:ext cx="441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axis-x">
            <a:extLst xmlns:a="http://schemas.openxmlformats.org/drawingml/2006/main">
              <a:ext uri="{FF2B5EF4-FFF2-40B4-BE49-F238E27FC236}">
                <a16:creationId xmlns:a16="http://schemas.microsoft.com/office/drawing/2014/main" id="{90D0FD54-53BD-42C7-9010-E7E733A4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52800"/>
            <a:ext cx="441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FF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axis-y">
            <a:extLst xmlns:a="http://schemas.openxmlformats.org/drawingml/2006/main">
              <a:ext uri="{FF2B5EF4-FFF2-40B4-BE49-F238E27FC236}">
                <a16:creationId xmlns:a16="http://schemas.microsoft.com/office/drawing/2014/main" id="{2E66715A-236E-49C7-BD7C-7A7AF779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04950"/>
            <a:ext cx="952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FF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connector">
            <a:extLst xmlns:a="http://schemas.openxmlformats.org/drawingml/2006/main">
              <a:ext uri="{FF2B5EF4-FFF2-40B4-BE49-F238E27FC236}">
                <a16:creationId xmlns:a16="http://schemas.microsoft.com/office/drawing/2014/main" id="{B51B52BC-0FD9-4A08-87B4-28EBB389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19600"/>
            <a:ext cx="971550" cy="-1771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C8FF">
                <a:alpha val="55000"/>
              </a:srgbClr>
            </a:solidFill>
            <a:prstDash val="dash"/>
          </a:ln>
        </p:spPr>
      </p:sp>
      <p:sp>
        <p:nvSpPr>
          <p:cNvPr id="93" name="connector">
            <a:extLst xmlns:a="http://schemas.openxmlformats.org/drawingml/2006/main">
              <a:ext uri="{FF2B5EF4-FFF2-40B4-BE49-F238E27FC236}">
                <a16:creationId xmlns:a16="http://schemas.microsoft.com/office/drawing/2014/main" id="{633072EB-FB6B-4240-ACE6-6479AB99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47950"/>
            <a:ext cx="133350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C8FF">
                <a:alpha val="55000"/>
              </a:srgbClr>
            </a:solidFill>
            <a:prstDash val="dash"/>
          </a:ln>
        </p:spPr>
      </p:sp>
      <p:sp>
        <p:nvSpPr>
          <p:cNvPr id="94" name="connector">
            <a:extLst xmlns:a="http://schemas.openxmlformats.org/drawingml/2006/main">
              <a:ext uri="{FF2B5EF4-FFF2-40B4-BE49-F238E27FC236}">
                <a16:creationId xmlns:a16="http://schemas.microsoft.com/office/drawing/2014/main" id="{48746CAA-7B7F-4D09-8742-69384F9D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524250"/>
            <a:ext cx="1104900" cy="-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C8FF">
                <a:alpha val="55000"/>
              </a:srgbClr>
            </a:solidFill>
            <a:prstDash val="dash"/>
          </a:ln>
        </p:spPr>
      </p:sp>
      <p:sp>
        <p:nvSpPr>
          <p:cNvPr id="95" name="connector">
            <a:extLst xmlns:a="http://schemas.openxmlformats.org/drawingml/2006/main">
              <a:ext uri="{FF2B5EF4-FFF2-40B4-BE49-F238E27FC236}">
                <a16:creationId xmlns:a16="http://schemas.microsoft.com/office/drawing/2014/main" id="{D02B4F0F-FE72-44C7-9288-ABFF092B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524250"/>
            <a:ext cx="914400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C8FF">
                <a:alpha val="55000"/>
              </a:srgbClr>
            </a:solidFill>
            <a:prstDash val="dash"/>
          </a:ln>
        </p:spPr>
      </p:sp>
      <p:sp>
        <p:nvSpPr>
          <p:cNvPr id="96" name="connector">
            <a:extLst xmlns:a="http://schemas.openxmlformats.org/drawingml/2006/main">
              <a:ext uri="{FF2B5EF4-FFF2-40B4-BE49-F238E27FC236}">
                <a16:creationId xmlns:a16="http://schemas.microsoft.com/office/drawing/2014/main" id="{B39AEA16-BF78-48A4-894D-5BCBA99E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19600"/>
            <a:ext cx="2305050" cy="-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C8FF">
                <a:alpha val="30000"/>
              </a:srgbClr>
            </a:solidFill>
            <a:prstDash val="dash"/>
          </a:ln>
        </p:spPr>
      </p:sp>
      <p:sp>
        <p:nvSpPr>
          <p:cNvPr id="97" name="visual-node">
            <a:extLst xmlns:a="http://schemas.openxmlformats.org/drawingml/2006/main">
              <a:ext uri="{FF2B5EF4-FFF2-40B4-BE49-F238E27FC236}">
                <a16:creationId xmlns:a16="http://schemas.microsoft.com/office/drawing/2014/main" id="{7FE9BA1B-2136-4688-93CC-D1795C2F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448550" y="41910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/>
          </a:solidFill>
          <a:ln xmlns:a="http://schemas.openxmlformats.org/drawingml/2006/main" w="9525">
            <a:solidFill>
              <a:srgbClr val="4A55FF"/>
            </a:solidFill>
            <a:prstDash val="solid"/>
          </a:ln>
        </p:spPr>
      </p:sp>
      <p:sp>
        <p:nvSpPr>
          <p:cNvPr id="98" name="visual-node-label">
            <a:extLst xmlns:a="http://schemas.openxmlformats.org/drawingml/2006/main">
              <a:ext uri="{FF2B5EF4-FFF2-40B4-BE49-F238E27FC236}">
                <a16:creationId xmlns:a16="http://schemas.microsoft.com/office/drawing/2014/main" id="{0DBB5CB4-441B-4E28-A6D4-1A298346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243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01</a:t>
            </a:r>
          </a:p>
        </p:txBody>
      </p:sp>
      <p:sp>
        <p:nvSpPr>
          <p:cNvPr id="99" name="visual-node">
            <a:extLst xmlns:a="http://schemas.openxmlformats.org/drawingml/2006/main">
              <a:ext uri="{FF2B5EF4-FFF2-40B4-BE49-F238E27FC236}">
                <a16:creationId xmlns:a16="http://schemas.microsoft.com/office/drawing/2014/main" id="{9D7AF6D4-AF60-4CFF-8A41-798CA6C2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420100" y="241935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/>
          </a:solidFill>
          <a:ln xmlns:a="http://schemas.openxmlformats.org/drawingml/2006/main" w="9525">
            <a:solidFill>
              <a:srgbClr val="D8F13B"/>
            </a:solidFill>
            <a:prstDash val="solid"/>
          </a:ln>
        </p:spPr>
      </p:sp>
      <p:sp>
        <p:nvSpPr>
          <p:cNvPr id="100" name="visual-node-label">
            <a:extLst xmlns:a="http://schemas.openxmlformats.org/drawingml/2006/main">
              <a:ext uri="{FF2B5EF4-FFF2-40B4-BE49-F238E27FC236}">
                <a16:creationId xmlns:a16="http://schemas.microsoft.com/office/drawing/2014/main" id="{40E33D30-87F6-4202-A723-165AD77F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193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8F13B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D8F13B"/>
                </a:solidFill>
                <a:latin typeface="Space Grotesk"/>
                <a:ea typeface="Space Grotesk"/>
                <a:cs typeface="Space Grotesk"/>
              </a:rPr>
              <a:t>AI</a:t>
            </a:r>
          </a:p>
        </p:txBody>
      </p:sp>
      <p:sp>
        <p:nvSpPr>
          <p:cNvPr id="101" name="visual-node">
            <a:extLst xmlns:a="http://schemas.openxmlformats.org/drawingml/2006/main">
              <a:ext uri="{FF2B5EF4-FFF2-40B4-BE49-F238E27FC236}">
                <a16:creationId xmlns:a16="http://schemas.microsoft.com/office/drawing/2014/main" id="{73DEF395-2C92-4615-B8BD-BEAF1FAA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9753600" y="3295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/>
          </a:solidFill>
          <a:ln xmlns:a="http://schemas.openxmlformats.org/drawingml/2006/main" w="9525">
            <a:solidFill>
              <a:srgbClr val="4A55FF"/>
            </a:solidFill>
            <a:prstDash val="solid"/>
          </a:ln>
        </p:spPr>
      </p:sp>
      <p:sp>
        <p:nvSpPr>
          <p:cNvPr id="102" name="visual-node-label">
            <a:extLst xmlns:a="http://schemas.openxmlformats.org/drawingml/2006/main">
              <a:ext uri="{FF2B5EF4-FFF2-40B4-BE49-F238E27FC236}">
                <a16:creationId xmlns:a16="http://schemas.microsoft.com/office/drawing/2014/main" id="{8FF26533-9109-46FA-9FE8-0A12131A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29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PY</a:t>
            </a:r>
          </a:p>
        </p:txBody>
      </p:sp>
      <p:sp>
        <p:nvSpPr>
          <p:cNvPr id="103" name="visual-node">
            <a:extLst xmlns:a="http://schemas.openxmlformats.org/drawingml/2006/main">
              <a:ext uri="{FF2B5EF4-FFF2-40B4-BE49-F238E27FC236}">
                <a16:creationId xmlns:a16="http://schemas.microsoft.com/office/drawing/2014/main" id="{3E8BA986-42CA-43D3-AC2A-AC4B6072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0858500" y="2095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/>
          </a:solidFill>
          <a:ln xmlns:a="http://schemas.openxmlformats.org/drawingml/2006/main" w="9525">
            <a:solidFill>
              <a:srgbClr val="00C8FF"/>
            </a:solidFill>
            <a:prstDash val="solid"/>
          </a:ln>
        </p:spPr>
      </p:sp>
      <p:sp>
        <p:nvSpPr>
          <p:cNvPr id="104" name="visual-node-label">
            <a:extLst xmlns:a="http://schemas.openxmlformats.org/drawingml/2006/main">
              <a:ext uri="{FF2B5EF4-FFF2-40B4-BE49-F238E27FC236}">
                <a16:creationId xmlns:a16="http://schemas.microsoft.com/office/drawing/2014/main" id="{488EC65E-AFED-4AB5-AEBA-6504BD31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C8FF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00C8FF"/>
                </a:solidFill>
                <a:latin typeface="Space Grotesk"/>
                <a:ea typeface="Space Grotesk"/>
                <a:cs typeface="Space Grotesk"/>
              </a:rPr>
              <a:t>∞</a:t>
            </a:r>
          </a:p>
        </p:txBody>
      </p:sp>
      <p:sp>
        <p:nvSpPr>
          <p:cNvPr id="105" name="visual-node">
            <a:extLst xmlns:a="http://schemas.openxmlformats.org/drawingml/2006/main">
              <a:ext uri="{FF2B5EF4-FFF2-40B4-BE49-F238E27FC236}">
                <a16:creationId xmlns:a16="http://schemas.microsoft.com/office/drawing/2014/main" id="{A77106F7-F19E-4035-B89D-3ED25298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0668000" y="46101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/>
          </a:solidFill>
          <a:ln xmlns:a="http://schemas.openxmlformats.org/drawingml/2006/main" w="9525">
            <a:solidFill>
              <a:srgbClr val="D8F13B"/>
            </a:solidFill>
            <a:prstDash val="solid"/>
          </a:ln>
        </p:spPr>
      </p:sp>
      <p:sp>
        <p:nvSpPr>
          <p:cNvPr id="106" name="visual-node-label">
            <a:extLst xmlns:a="http://schemas.openxmlformats.org/drawingml/2006/main">
              <a:ext uri="{FF2B5EF4-FFF2-40B4-BE49-F238E27FC236}">
                <a16:creationId xmlns:a16="http://schemas.microsoft.com/office/drawing/2014/main" id="{0BF561A2-E781-4FD2-A071-A914F7B8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7434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8F13B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D8F13B"/>
                </a:solidFill>
                <a:latin typeface="Space Grotesk"/>
                <a:ea typeface="Space Grotesk"/>
                <a:cs typeface="Space Grotesk"/>
              </a:rPr>
              <a:t>03</a:t>
            </a:r>
          </a:p>
        </p:txBody>
      </p:sp>
      <p:sp>
        <p:nvSpPr>
          <p:cNvPr id="107" name="visual-footer-a">
            <a:extLst xmlns:a="http://schemas.openxmlformats.org/drawingml/2006/main">
              <a:ext uri="{FF2B5EF4-FFF2-40B4-BE49-F238E27FC236}">
                <a16:creationId xmlns:a16="http://schemas.microsoft.com/office/drawing/2014/main" id="{0A7032C1-AA81-48E3-8641-BC5202C8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34025"/>
            <a:ext cx="857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50" b="1">
                <a:solidFill>
                  <a:srgbClr val="777D91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1">
                <a:solidFill>
                  <a:srgbClr val="777D91"/>
                </a:solidFill>
                <a:latin typeface="Cascadia Mono"/>
                <a:ea typeface="Cascadia Mono"/>
                <a:cs typeface="Cascadia Mono"/>
              </a:rPr>
              <a:t>LEARN_01</a:t>
            </a:r>
          </a:p>
        </p:txBody>
      </p:sp>
      <p:sp>
        <p:nvSpPr>
          <p:cNvPr id="108" name="visual-footer-b">
            <a:extLst xmlns:a="http://schemas.openxmlformats.org/drawingml/2006/main">
              <a:ext uri="{FF2B5EF4-FFF2-40B4-BE49-F238E27FC236}">
                <a16:creationId xmlns:a16="http://schemas.microsoft.com/office/drawing/2014/main" id="{13E2EB58-1C05-435D-BDEB-4523D7BD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534025"/>
            <a:ext cx="857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50" b="1">
                <a:solidFill>
                  <a:srgbClr val="777D91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1">
                <a:solidFill>
                  <a:srgbClr val="777D91"/>
                </a:solidFill>
                <a:latin typeface="Cascadia Mono"/>
                <a:ea typeface="Cascadia Mono"/>
                <a:cs typeface="Cascadia Mono"/>
              </a:rPr>
              <a:t>BUILD_02</a:t>
            </a:r>
          </a:p>
        </p:txBody>
      </p:sp>
      <p:sp>
        <p:nvSpPr>
          <p:cNvPr id="109" name="visual-footer-c">
            <a:extLst xmlns:a="http://schemas.openxmlformats.org/drawingml/2006/main">
              <a:ext uri="{FF2B5EF4-FFF2-40B4-BE49-F238E27FC236}">
                <a16:creationId xmlns:a16="http://schemas.microsoft.com/office/drawing/2014/main" id="{DD9C55C5-1A11-4E32-BD4F-E4725ACE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534025"/>
            <a:ext cx="857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50" b="1">
                <a:solidFill>
                  <a:srgbClr val="777D91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1">
                <a:solidFill>
                  <a:srgbClr val="777D91"/>
                </a:solidFill>
                <a:latin typeface="Cascadia Mono"/>
                <a:ea typeface="Cascadia Mono"/>
                <a:cs typeface="Cascadia Mono"/>
              </a:rPr>
              <a:t>APPLY_03</a:t>
            </a:r>
          </a:p>
        </p:txBody>
      </p:sp>
    </p:spTree>
    <p:extLst>
      <p:ext uri="{BB962C8B-B14F-4D97-AF65-F5344CB8AC3E}">
        <p14:creationId xmlns:p14="http://schemas.microsoft.com/office/powerpoint/2010/main" val="8617561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rid-v">
            <a:extLst xmlns:a="http://schemas.openxmlformats.org/drawingml/2006/main">
              <a:ext uri="{FF2B5EF4-FFF2-40B4-BE49-F238E27FC236}">
                <a16:creationId xmlns:a16="http://schemas.microsoft.com/office/drawing/2014/main" id="{99504491-424C-4FD9-861D-B8C3C0A7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54AC63D7-C51E-4CDB-947E-493A43E8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DE6154BE-DBF3-4EC0-8367-20B66204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4CE06E3E-EFC5-49A2-8E07-2F616F4E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42A122D5-A7A2-4A00-817C-D8475037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03331E3B-ABD5-462B-829D-070B2B51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D8AA3DDB-1CBA-4D1E-A1F5-9A4A481E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D263EC50-C850-4596-8A20-F5C1A140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180D54BA-960F-4516-8E39-4847F65D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5E427123-35FD-439F-B686-B801417B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21E1521D-7461-44D3-AF77-FEC1D841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385DC555-CDD5-49D5-AE87-18C069B6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71D4FAF8-5EA9-4FEB-ACE0-A29366E4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504F41CE-560C-42B4-A4BD-C8B0C78C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55A40276-E5E2-4C4D-BD64-F099667F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D0FF342F-631E-42CE-BEBF-CBECA5F3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343F5511-DC44-4B3B-BF15-CE6453EB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7E77482C-45CD-4CEB-AF3D-6ED20F6A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F7DBBB76-8516-4286-832D-6E37CEF2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5D3E662D-D34A-47FF-81B8-AC0B9146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AFDCD444-B16B-41EA-B415-080713BB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CA17CA10-F04D-43D2-A102-AA9CBC9E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4258E4CD-64EF-4762-AE17-C3468548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3D9641B8-6377-44C4-AD57-4B56F5FC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FEA59F81-22E0-45F7-AAA1-8DFC0408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ED2C39AE-6380-47EC-AD47-83BDE5FE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F349CD17-CEB1-4E1E-B77D-169B67BC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09EFB0D4-B865-4128-BD53-986AD552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810F6120-29A5-44C1-A5E5-867D6208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6D7BAFF3-42E1-42E6-9FAD-67846F36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494CD799-360E-49B4-B1D7-20EBEE11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30A52306-3046-4A56-BF56-864A2942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1BDF12E9-E1C8-4FFA-9F5B-4C8A1151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op-accent">
            <a:extLst xmlns:a="http://schemas.openxmlformats.org/drawingml/2006/main">
              <a:ext uri="{FF2B5EF4-FFF2-40B4-BE49-F238E27FC236}">
                <a16:creationId xmlns:a16="http://schemas.microsoft.com/office/drawing/2014/main" id="{07AB9CA7-8C67-4D06-98C0-3AEBDFC1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D41E542-1E69-4F73-BC64-C74E91B4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CODE ZONE</a:t>
            </a:r>
          </a:p>
        </p:txBody>
      </p:sp>
      <p:sp>
        <p:nvSpPr>
          <p:cNvPr id="36" name="footer-mid">
            <a:extLst xmlns:a="http://schemas.openxmlformats.org/drawingml/2006/main">
              <a:ext uri="{FF2B5EF4-FFF2-40B4-BE49-F238E27FC236}">
                <a16:creationId xmlns:a16="http://schemas.microsoft.com/office/drawing/2014/main" id="{46A13EEF-8D17-4DB6-8F13-0A24314E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19850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FLUXO DIDÁTICO</a:t>
            </a:r>
          </a:p>
        </p:txBody>
      </p:sp>
      <p:sp>
        <p:nvSpPr>
          <p:cNvPr id="3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6CE1E70-7A4B-426A-9ED9-6E5E46A7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TEMPLATE DE AULA</a:t>
            </a:r>
          </a:p>
        </p:txBody>
      </p:sp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78E570CF-19CB-4689-B902-E1B1DE2B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// FRAMEWORK CODE ZONE</a:t>
            </a:r>
          </a:p>
        </p:txBody>
      </p:sp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EA4298-0672-4057-A759-938BC72E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Aula como uma sequência de construção</a:t>
            </a:r>
          </a:p>
        </p:txBody>
      </p:sp>
      <p:sp>
        <p:nvSpPr>
          <p:cNvPr id="40" name="intro-copy">
            <a:extLst xmlns:a="http://schemas.openxmlformats.org/drawingml/2006/main">
              <a:ext uri="{FF2B5EF4-FFF2-40B4-BE49-F238E27FC236}">
                <a16:creationId xmlns:a16="http://schemas.microsoft.com/office/drawing/2014/main" id="{1FBE08BA-45E1-4047-A2E3-D1151755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Cada módulo deve sair da curiosidade para a capacidade: problema, contexto, conceito, exemplo, prática e transferência.</a:t>
            </a:r>
          </a:p>
        </p:txBody>
      </p:sp>
      <p:sp>
        <p:nvSpPr>
          <p:cNvPr id="41" name="flow-step">
            <a:extLst xmlns:a="http://schemas.openxmlformats.org/drawingml/2006/main">
              <a:ext uri="{FF2B5EF4-FFF2-40B4-BE49-F238E27FC236}">
                <a16:creationId xmlns:a16="http://schemas.microsoft.com/office/drawing/2014/main" id="{982209CA-73EE-49BE-9FAC-CF6F29DC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257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2" name="flow-index">
            <a:extLst xmlns:a="http://schemas.openxmlformats.org/drawingml/2006/main">
              <a:ext uri="{FF2B5EF4-FFF2-40B4-BE49-F238E27FC236}">
                <a16:creationId xmlns:a16="http://schemas.microsoft.com/office/drawing/2014/main" id="{519F5EB3-B2EF-4571-AE8C-9F13BD67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60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3" name="flow-label">
            <a:extLst xmlns:a="http://schemas.openxmlformats.org/drawingml/2006/main">
              <a:ext uri="{FF2B5EF4-FFF2-40B4-BE49-F238E27FC236}">
                <a16:creationId xmlns:a16="http://schemas.microsoft.com/office/drawing/2014/main" id="{4F93F9B0-0E44-4340-AF1A-5AE5CA6E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Objetivos</a:t>
            </a:r>
          </a:p>
        </p:txBody>
      </p:sp>
      <p:sp>
        <p:nvSpPr>
          <p:cNvPr id="44" name="arrow">
            <a:extLst xmlns:a="http://schemas.openxmlformats.org/drawingml/2006/main">
              <a:ext uri="{FF2B5EF4-FFF2-40B4-BE49-F238E27FC236}">
                <a16:creationId xmlns:a16="http://schemas.microsoft.com/office/drawing/2014/main" id="{2CF92FBC-DA44-4982-B4AD-8F3E8B5D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1623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FF"/>
            </a:solidFill>
            <a:prstDash val="solid"/>
          </a:ln>
        </p:spPr>
      </p:sp>
      <p:sp>
        <p:nvSpPr>
          <p:cNvPr id="45" name="flow-step">
            <a:extLst xmlns:a="http://schemas.openxmlformats.org/drawingml/2006/main">
              <a:ext uri="{FF2B5EF4-FFF2-40B4-BE49-F238E27FC236}">
                <a16:creationId xmlns:a16="http://schemas.microsoft.com/office/drawing/2014/main" id="{008D5EB4-0B30-4BD0-85EB-DDEF3E4F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24150"/>
            <a:ext cx="1257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5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6" name="flow-index">
            <a:extLst xmlns:a="http://schemas.openxmlformats.org/drawingml/2006/main">
              <a:ext uri="{FF2B5EF4-FFF2-40B4-BE49-F238E27FC236}">
                <a16:creationId xmlns:a16="http://schemas.microsoft.com/office/drawing/2014/main" id="{75D75A27-9EAC-4AAC-BDA7-894307DB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860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47" name="flow-label">
            <a:extLst xmlns:a="http://schemas.openxmlformats.org/drawingml/2006/main">
              <a:ext uri="{FF2B5EF4-FFF2-40B4-BE49-F238E27FC236}">
                <a16:creationId xmlns:a16="http://schemas.microsoft.com/office/drawing/2014/main" id="{924F3E01-8CDA-41FB-8EB1-B1DF1EA2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4325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Motivação</a:t>
            </a:r>
          </a:p>
        </p:txBody>
      </p:sp>
      <p:sp>
        <p:nvSpPr>
          <p:cNvPr id="48" name="arrow">
            <a:extLst xmlns:a="http://schemas.openxmlformats.org/drawingml/2006/main">
              <a:ext uri="{FF2B5EF4-FFF2-40B4-BE49-F238E27FC236}">
                <a16:creationId xmlns:a16="http://schemas.microsoft.com/office/drawing/2014/main" id="{75E1C3CA-E94E-450B-8D4A-793B8F70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623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FF"/>
            </a:solidFill>
            <a:prstDash val="solid"/>
          </a:ln>
        </p:spPr>
      </p:sp>
      <p:sp>
        <p:nvSpPr>
          <p:cNvPr id="49" name="flow-step">
            <a:extLst xmlns:a="http://schemas.openxmlformats.org/drawingml/2006/main">
              <a:ext uri="{FF2B5EF4-FFF2-40B4-BE49-F238E27FC236}">
                <a16:creationId xmlns:a16="http://schemas.microsoft.com/office/drawing/2014/main" id="{BD11EADE-16AC-41A8-817A-4485A3D9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1257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0" name="flow-index">
            <a:extLst xmlns:a="http://schemas.openxmlformats.org/drawingml/2006/main">
              <a:ext uri="{FF2B5EF4-FFF2-40B4-BE49-F238E27FC236}">
                <a16:creationId xmlns:a16="http://schemas.microsoft.com/office/drawing/2014/main" id="{4FB977CA-62DB-49BC-99B7-7E63E857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860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1" name="flow-label">
            <a:extLst xmlns:a="http://schemas.openxmlformats.org/drawingml/2006/main">
              <a:ext uri="{FF2B5EF4-FFF2-40B4-BE49-F238E27FC236}">
                <a16:creationId xmlns:a16="http://schemas.microsoft.com/office/drawing/2014/main" id="{0FFF850D-6DC1-42B1-AEA8-EE1227B7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4325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Contexto</a:t>
            </a:r>
          </a:p>
        </p:txBody>
      </p:sp>
      <p:sp>
        <p:nvSpPr>
          <p:cNvPr id="52" name="arrow">
            <a:extLst xmlns:a="http://schemas.openxmlformats.org/drawingml/2006/main">
              <a:ext uri="{FF2B5EF4-FFF2-40B4-BE49-F238E27FC236}">
                <a16:creationId xmlns:a16="http://schemas.microsoft.com/office/drawing/2014/main" id="{9382C57A-9B6E-4729-B136-BBECBBA5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1623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FF"/>
            </a:solidFill>
            <a:prstDash val="solid"/>
          </a:ln>
        </p:spPr>
      </p:sp>
      <p:sp>
        <p:nvSpPr>
          <p:cNvPr id="53" name="flow-step">
            <a:extLst xmlns:a="http://schemas.openxmlformats.org/drawingml/2006/main">
              <a:ext uri="{FF2B5EF4-FFF2-40B4-BE49-F238E27FC236}">
                <a16:creationId xmlns:a16="http://schemas.microsoft.com/office/drawing/2014/main" id="{AAE37E55-3E6D-42FD-B766-530AD2D5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24150"/>
            <a:ext cx="1257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4" name="flow-index">
            <a:extLst xmlns:a="http://schemas.openxmlformats.org/drawingml/2006/main">
              <a:ext uri="{FF2B5EF4-FFF2-40B4-BE49-F238E27FC236}">
                <a16:creationId xmlns:a16="http://schemas.microsoft.com/office/drawing/2014/main" id="{973AAD8C-3979-4B81-9553-4D92268F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860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5" name="flow-label">
            <a:extLst xmlns:a="http://schemas.openxmlformats.org/drawingml/2006/main">
              <a:ext uri="{FF2B5EF4-FFF2-40B4-BE49-F238E27FC236}">
                <a16:creationId xmlns:a16="http://schemas.microsoft.com/office/drawing/2014/main" id="{9A71F91C-AE19-4AA5-B793-00AE4B4D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4325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Conceitos</a:t>
            </a:r>
          </a:p>
        </p:txBody>
      </p:sp>
      <p:sp>
        <p:nvSpPr>
          <p:cNvPr id="56" name="flow-step">
            <a:extLst xmlns:a="http://schemas.openxmlformats.org/drawingml/2006/main">
              <a:ext uri="{FF2B5EF4-FFF2-40B4-BE49-F238E27FC236}">
                <a16:creationId xmlns:a16="http://schemas.microsoft.com/office/drawing/2014/main" id="{40B515A5-E031-491E-A040-3AD2B201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257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7" name="flow-index">
            <a:extLst xmlns:a="http://schemas.openxmlformats.org/drawingml/2006/main">
              <a:ext uri="{FF2B5EF4-FFF2-40B4-BE49-F238E27FC236}">
                <a16:creationId xmlns:a16="http://schemas.microsoft.com/office/drawing/2014/main" id="{79D1E573-631C-49DF-9B52-39E99F2D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624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58" name="flow-label">
            <a:extLst xmlns:a="http://schemas.openxmlformats.org/drawingml/2006/main">
              <a:ext uri="{FF2B5EF4-FFF2-40B4-BE49-F238E27FC236}">
                <a16:creationId xmlns:a16="http://schemas.microsoft.com/office/drawing/2014/main" id="{3FB75536-D9F3-4ECA-99DE-C111ED97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Exemplo</a:t>
            </a:r>
          </a:p>
        </p:txBody>
      </p:sp>
      <p:sp>
        <p:nvSpPr>
          <p:cNvPr id="59" name="arrow">
            <a:extLst xmlns:a="http://schemas.openxmlformats.org/drawingml/2006/main">
              <a:ext uri="{FF2B5EF4-FFF2-40B4-BE49-F238E27FC236}">
                <a16:creationId xmlns:a16="http://schemas.microsoft.com/office/drawing/2014/main" id="{512D98A9-8A55-4C88-9195-882A955F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4386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FF"/>
            </a:solidFill>
            <a:prstDash val="solid"/>
          </a:ln>
        </p:spPr>
      </p:sp>
      <p:sp>
        <p:nvSpPr>
          <p:cNvPr id="60" name="flow-step">
            <a:extLst xmlns:a="http://schemas.openxmlformats.org/drawingml/2006/main">
              <a:ext uri="{FF2B5EF4-FFF2-40B4-BE49-F238E27FC236}">
                <a16:creationId xmlns:a16="http://schemas.microsoft.com/office/drawing/2014/main" id="{737A5620-76E8-4471-926D-AD3B67D8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00500"/>
            <a:ext cx="1257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5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1" name="flow-index">
            <a:extLst xmlns:a="http://schemas.openxmlformats.org/drawingml/2006/main">
              <a:ext uri="{FF2B5EF4-FFF2-40B4-BE49-F238E27FC236}">
                <a16:creationId xmlns:a16="http://schemas.microsoft.com/office/drawing/2014/main" id="{665D209C-815B-4248-BF76-31940C14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624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62" name="flow-label">
            <a:extLst xmlns:a="http://schemas.openxmlformats.org/drawingml/2006/main">
              <a:ext uri="{FF2B5EF4-FFF2-40B4-BE49-F238E27FC236}">
                <a16:creationId xmlns:a16="http://schemas.microsoft.com/office/drawing/2014/main" id="{E160481F-DFD5-444F-A6E9-83F652A3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196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Prática</a:t>
            </a:r>
          </a:p>
        </p:txBody>
      </p:sp>
      <p:sp>
        <p:nvSpPr>
          <p:cNvPr id="63" name="arrow">
            <a:extLst xmlns:a="http://schemas.openxmlformats.org/drawingml/2006/main">
              <a:ext uri="{FF2B5EF4-FFF2-40B4-BE49-F238E27FC236}">
                <a16:creationId xmlns:a16="http://schemas.microsoft.com/office/drawing/2014/main" id="{1B6C3C87-E3AC-4B5E-B128-1F3F27EE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4386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FF"/>
            </a:solidFill>
            <a:prstDash val="solid"/>
          </a:ln>
        </p:spPr>
      </p:sp>
      <p:sp>
        <p:nvSpPr>
          <p:cNvPr id="64" name="flow-step">
            <a:extLst xmlns:a="http://schemas.openxmlformats.org/drawingml/2006/main">
              <a:ext uri="{FF2B5EF4-FFF2-40B4-BE49-F238E27FC236}">
                <a16:creationId xmlns:a16="http://schemas.microsoft.com/office/drawing/2014/main" id="{BACF76BE-5C68-487C-B54C-ABC1941F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00500"/>
            <a:ext cx="1257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5" name="flow-index">
            <a:extLst xmlns:a="http://schemas.openxmlformats.org/drawingml/2006/main">
              <a:ext uri="{FF2B5EF4-FFF2-40B4-BE49-F238E27FC236}">
                <a16:creationId xmlns:a16="http://schemas.microsoft.com/office/drawing/2014/main" id="{0648D212-19E2-416E-BF14-EA916F16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624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66" name="flow-label">
            <a:extLst xmlns:a="http://schemas.openxmlformats.org/drawingml/2006/main">
              <a:ext uri="{FF2B5EF4-FFF2-40B4-BE49-F238E27FC236}">
                <a16:creationId xmlns:a16="http://schemas.microsoft.com/office/drawing/2014/main" id="{8109A79D-8DBA-45BF-9B4B-46EDA5AD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196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Desafio</a:t>
            </a:r>
          </a:p>
        </p:txBody>
      </p:sp>
      <p:sp>
        <p:nvSpPr>
          <p:cNvPr id="67" name="arrow">
            <a:extLst xmlns:a="http://schemas.openxmlformats.org/drawingml/2006/main">
              <a:ext uri="{FF2B5EF4-FFF2-40B4-BE49-F238E27FC236}">
                <a16:creationId xmlns:a16="http://schemas.microsoft.com/office/drawing/2014/main" id="{0BB339CC-1449-4493-AC75-0F76B6B6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4386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FF"/>
            </a:solidFill>
            <a:prstDash val="solid"/>
          </a:ln>
        </p:spPr>
      </p:sp>
      <p:sp>
        <p:nvSpPr>
          <p:cNvPr id="68" name="flow-step">
            <a:extLst xmlns:a="http://schemas.openxmlformats.org/drawingml/2006/main">
              <a:ext uri="{FF2B5EF4-FFF2-40B4-BE49-F238E27FC236}">
                <a16:creationId xmlns:a16="http://schemas.microsoft.com/office/drawing/2014/main" id="{DEB32A9D-4205-4B7F-BA07-0920FD1E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00500"/>
            <a:ext cx="1257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9" name="flow-index">
            <a:extLst xmlns:a="http://schemas.openxmlformats.org/drawingml/2006/main">
              <a:ext uri="{FF2B5EF4-FFF2-40B4-BE49-F238E27FC236}">
                <a16:creationId xmlns:a16="http://schemas.microsoft.com/office/drawing/2014/main" id="{53F17D14-B4F4-44BB-B7E3-FBE7205D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624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  <p:sp>
        <p:nvSpPr>
          <p:cNvPr id="70" name="flow-label">
            <a:extLst xmlns:a="http://schemas.openxmlformats.org/drawingml/2006/main">
              <a:ext uri="{FF2B5EF4-FFF2-40B4-BE49-F238E27FC236}">
                <a16:creationId xmlns:a16="http://schemas.microsoft.com/office/drawing/2014/main" id="{E2814D9B-FE8D-4AE3-930A-40436E84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196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Próximo</a:t>
            </a:r>
          </a:p>
        </p:txBody>
      </p:sp>
      <p:sp>
        <p:nvSpPr>
          <p:cNvPr id="71" name="right-principle">
            <a:extLst xmlns:a="http://schemas.openxmlformats.org/drawingml/2006/main">
              <a:ext uri="{FF2B5EF4-FFF2-40B4-BE49-F238E27FC236}">
                <a16:creationId xmlns:a16="http://schemas.microsoft.com/office/drawing/2014/main" id="{A6CF41B0-A262-4320-968B-C6B330C1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479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0F1A"/>
          </a:solidFill>
          <a:ln xmlns:a="http://schemas.openxmlformats.org/drawingml/2006/main" w="9525">
            <a:solidFill>
              <a:srgbClr val="0D0F1A"/>
            </a:solidFill>
            <a:prstDash val="solid"/>
          </a:ln>
        </p:spPr>
      </p:sp>
      <p:sp>
        <p:nvSpPr>
          <p:cNvPr id="72" name="principle-label">
            <a:extLst xmlns:a="http://schemas.openxmlformats.org/drawingml/2006/main">
              <a:ext uri="{FF2B5EF4-FFF2-40B4-BE49-F238E27FC236}">
                <a16:creationId xmlns:a16="http://schemas.microsoft.com/office/drawing/2014/main" id="{DAF967E8-8C95-4057-A7ED-5252F8E7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9146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rPr>
              <a:t>REGRA DE OURO</a:t>
            </a:r>
          </a:p>
        </p:txBody>
      </p:sp>
      <p:sp>
        <p:nvSpPr>
          <p:cNvPr id="73" name="principle-bullets">
            <a:extLst xmlns:a="http://schemas.openxmlformats.org/drawingml/2006/main">
              <a:ext uri="{FF2B5EF4-FFF2-40B4-BE49-F238E27FC236}">
                <a16:creationId xmlns:a16="http://schemas.microsoft.com/office/drawing/2014/main" id="{059A4D8E-FD61-40D4-8B78-4C38204F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352800"/>
            <a:ext cx="2705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275" b="0">
                <a:solidFill>
                  <a:srgbClr val="D7DBE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D7DBEA"/>
                </a:solidFill>
                <a:latin typeface="Inter"/>
                <a:ea typeface="Inter"/>
                <a:cs typeface="Inter"/>
              </a:rPr>
              <a:t>O que é?</a:t>
            </a:r>
          </a:p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275" b="0">
                <a:solidFill>
                  <a:srgbClr val="D7DBE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D7DBEA"/>
                </a:solidFill>
                <a:latin typeface="Inter"/>
                <a:ea typeface="Inter"/>
                <a:cs typeface="Inter"/>
              </a:rPr>
              <a:t>Por que existe?</a:t>
            </a:r>
          </a:p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275" b="0">
                <a:solidFill>
                  <a:srgbClr val="D7DBE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D7DBEA"/>
                </a:solidFill>
                <a:latin typeface="Inter"/>
                <a:ea typeface="Inter"/>
                <a:cs typeface="Inter"/>
              </a:rPr>
              <a:t>Quando usar e quando não usar?</a:t>
            </a:r>
          </a:p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275" b="0">
                <a:solidFill>
                  <a:srgbClr val="D7DBE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D7DBEA"/>
                </a:solidFill>
                <a:latin typeface="Inter"/>
                <a:ea typeface="Inter"/>
                <a:cs typeface="Inter"/>
              </a:rPr>
              <a:t>Como implementar?</a:t>
            </a:r>
          </a:p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275" b="0">
                <a:solidFill>
                  <a:srgbClr val="D7DBE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D7DBEA"/>
                </a:solidFill>
                <a:latin typeface="Inter"/>
                <a:ea typeface="Inter"/>
                <a:cs typeface="Inter"/>
              </a:rPr>
              <a:t>Quais erros evitar?</a:t>
            </a:r>
          </a:p>
        </p:txBody>
      </p:sp>
    </p:spTree>
    <p:extLst>
      <p:ext uri="{BB962C8B-B14F-4D97-AF65-F5344CB8AC3E}">
        <p14:creationId xmlns:p14="http://schemas.microsoft.com/office/powerpoint/2010/main" val="9832688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rid-v">
            <a:extLst xmlns:a="http://schemas.openxmlformats.org/drawingml/2006/main">
              <a:ext uri="{FF2B5EF4-FFF2-40B4-BE49-F238E27FC236}">
                <a16:creationId xmlns:a16="http://schemas.microsoft.com/office/drawing/2014/main" id="{39BF509A-9DED-4A48-8557-E3B1A9E4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7D317806-2E67-408F-8F25-399156F7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B96B57F6-B6DE-417B-ACCA-86549E26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01AACFA1-6F0A-427A-A224-59BC4AE3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67B527CA-C9FA-41A9-8348-920043E1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FB3DC38E-8C0D-4DE1-8733-E499EB38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335A1260-8EEC-4360-A2B1-A43A5293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3929DCF4-7360-4E22-BF67-CE1F1F45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E6B55D27-866B-4795-B3E0-723DBD8A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3530F8D2-6D4E-4990-827D-2AC49F38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B1B78853-3F32-4A7C-B180-D26C68A1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6ABA1A79-7AED-43B6-8337-A789746C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CCFA2F65-FE7A-49C1-8C27-7130B9F0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AFC6673F-90B5-455E-A806-7C1E6CB9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42C1B611-8D3B-4263-9F40-257F43D5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2F49282B-B6ED-4E6E-9955-6891CFF0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63DA8D87-C3FB-4818-8B89-9C9E9E36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D60D9155-8A47-469E-964B-3EE49B98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BF77D2A4-BABB-42E3-84A8-0D2A6BF1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856D6EFF-D3B2-4DC3-93DF-9016CCAD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CF4958F6-9FAA-4F78-8682-FADDCCD1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0D455D21-A9EE-4DA0-A072-9FAE7914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3DFCE609-143E-42E1-818A-5887004E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830663CC-573C-4A64-A22E-5322F241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536979D6-59E8-4E14-926E-58AF93A5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232927B9-D154-4AA1-98D7-FF93CA62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2BB47962-0CC2-471A-ACAC-7637DBBF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FB67E60E-EB4D-42F6-B6C5-4E3F77E9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0AB20B17-72EB-44EC-8DEC-B1DCCDB7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A30FA906-8FE5-46E9-8D8E-2C332CD0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88CA2BE1-6144-49E5-8172-0F77277E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1ED1CF9F-4979-4968-B0AD-F026FD53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6BA24045-CBB4-489D-AE52-A82FAEE4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op-accent">
            <a:extLst xmlns:a="http://schemas.openxmlformats.org/drawingml/2006/main">
              <a:ext uri="{FF2B5EF4-FFF2-40B4-BE49-F238E27FC236}">
                <a16:creationId xmlns:a16="http://schemas.microsoft.com/office/drawing/2014/main" id="{262D0CD3-95F5-4BBD-95DE-11692531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CFC8AE8-105C-47B3-A876-4C89AD15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CODE ZONE</a:t>
            </a:r>
          </a:p>
        </p:txBody>
      </p:sp>
      <p:sp>
        <p:nvSpPr>
          <p:cNvPr id="36" name="footer-mid">
            <a:extLst xmlns:a="http://schemas.openxmlformats.org/drawingml/2006/main">
              <a:ext uri="{FF2B5EF4-FFF2-40B4-BE49-F238E27FC236}">
                <a16:creationId xmlns:a16="http://schemas.microsoft.com/office/drawing/2014/main" id="{4DB1FD73-4CD5-4824-B36C-D5B62119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19850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ROTEIRO</a:t>
            </a:r>
          </a:p>
        </p:txBody>
      </p:sp>
      <p:sp>
        <p:nvSpPr>
          <p:cNvPr id="3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127453E-FCAF-4B6D-9677-012A9EA6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TEMPLATE DE AULA</a:t>
            </a:r>
          </a:p>
        </p:txBody>
      </p:sp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AA9B1671-C9C8-4048-8C6D-6BA3A507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// MAPA DA AULA</a:t>
            </a:r>
          </a:p>
        </p:txBody>
      </p:sp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0B02EF-AAD3-43EC-95C3-54415769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429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Roteiro do módulo</a:t>
            </a:r>
          </a:p>
        </p:txBody>
      </p:sp>
      <p:sp>
        <p:nvSpPr>
          <p:cNvPr id="40" name="map-copy">
            <a:extLst xmlns:a="http://schemas.openxmlformats.org/drawingml/2006/main">
              <a:ext uri="{FF2B5EF4-FFF2-40B4-BE49-F238E27FC236}">
                <a16:creationId xmlns:a16="http://schemas.microsoft.com/office/drawing/2014/main" id="{64E956D2-4132-41CD-8305-D192B8AC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Organize a aula em blocos curtos com função pedagógica clara.</a:t>
            </a:r>
          </a:p>
        </p:txBody>
      </p:sp>
      <p:sp>
        <p:nvSpPr>
          <p:cNvPr id="4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D9FD4F5D-0BA3-48AF-92B6-491B33E2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038350" cy="20955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2" name="card-number">
            <a:extLst xmlns:a="http://schemas.openxmlformats.org/drawingml/2006/main">
              <a:ext uri="{FF2B5EF4-FFF2-40B4-BE49-F238E27FC236}">
                <a16:creationId xmlns:a16="http://schemas.microsoft.com/office/drawing/2014/main" id="{B271393D-B16F-4F9C-844D-B7DEEACD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3" name="card-heading">
            <a:extLst xmlns:a="http://schemas.openxmlformats.org/drawingml/2006/main">
              <a:ext uri="{FF2B5EF4-FFF2-40B4-BE49-F238E27FC236}">
                <a16:creationId xmlns:a16="http://schemas.microsoft.com/office/drawing/2014/main" id="{8C091271-2D7F-4859-BFFE-029DFAA7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Entender</a:t>
            </a:r>
          </a:p>
        </p:txBody>
      </p:sp>
      <p:sp>
        <p:nvSpPr>
          <p:cNvPr id="44" name="card-copy">
            <a:extLst xmlns:a="http://schemas.openxmlformats.org/drawingml/2006/main">
              <a:ext uri="{FF2B5EF4-FFF2-40B4-BE49-F238E27FC236}">
                <a16:creationId xmlns:a16="http://schemas.microsoft.com/office/drawing/2014/main" id="{7020C2C0-CAC5-4D34-9BA3-3624D82B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1581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Problema gerador, objetivos e contexto de uso.</a:t>
            </a:r>
          </a:p>
        </p:txBody>
      </p:sp>
      <p:sp>
        <p:nvSpPr>
          <p:cNvPr id="4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14D17B36-4B7E-4AD1-9F0E-54D3D84A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76500"/>
            <a:ext cx="2038350" cy="20955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6" name="card-number">
            <a:extLst xmlns:a="http://schemas.openxmlformats.org/drawingml/2006/main">
              <a:ext uri="{FF2B5EF4-FFF2-40B4-BE49-F238E27FC236}">
                <a16:creationId xmlns:a16="http://schemas.microsoft.com/office/drawing/2014/main" id="{1477943C-8DEA-4F0B-8A36-0DE9B17A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8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47" name="card-heading">
            <a:extLst xmlns:a="http://schemas.openxmlformats.org/drawingml/2006/main">
              <a:ext uri="{FF2B5EF4-FFF2-40B4-BE49-F238E27FC236}">
                <a16:creationId xmlns:a16="http://schemas.microsoft.com/office/drawing/2014/main" id="{174D74FE-330A-4820-B5CB-D6011DE3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289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Conectar</a:t>
            </a:r>
          </a:p>
        </p:txBody>
      </p:sp>
      <p:sp>
        <p:nvSpPr>
          <p:cNvPr id="48" name="card-copy">
            <a:extLst xmlns:a="http://schemas.openxmlformats.org/drawingml/2006/main">
              <a:ext uri="{FF2B5EF4-FFF2-40B4-BE49-F238E27FC236}">
                <a16:creationId xmlns:a16="http://schemas.microsoft.com/office/drawing/2014/main" id="{CAAAB43F-3202-4F4C-8F14-783BECA7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67100"/>
            <a:ext cx="1581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Conceitos fundamentais em pequenas unidades cognitivas.</a:t>
            </a:r>
          </a:p>
        </p:txBody>
      </p:sp>
      <p:sp>
        <p:nvSpPr>
          <p:cNvPr id="49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0D56618E-A0CC-4233-923C-B70D803E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76500"/>
            <a:ext cx="2038350" cy="20955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0" name="card-number">
            <a:extLst xmlns:a="http://schemas.openxmlformats.org/drawingml/2006/main">
              <a:ext uri="{FF2B5EF4-FFF2-40B4-BE49-F238E27FC236}">
                <a16:creationId xmlns:a16="http://schemas.microsoft.com/office/drawing/2014/main" id="{B430AB15-BC99-4A7C-9AC4-6038CA60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8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1" name="card-heading">
            <a:extLst xmlns:a="http://schemas.openxmlformats.org/drawingml/2006/main">
              <a:ext uri="{FF2B5EF4-FFF2-40B4-BE49-F238E27FC236}">
                <a16:creationId xmlns:a16="http://schemas.microsoft.com/office/drawing/2014/main" id="{3A570F16-151B-4197-85C1-D577B1CB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289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Ver</a:t>
            </a:r>
          </a:p>
        </p:txBody>
      </p:sp>
      <p:sp>
        <p:nvSpPr>
          <p:cNvPr id="52" name="card-copy">
            <a:extLst xmlns:a="http://schemas.openxmlformats.org/drawingml/2006/main">
              <a:ext uri="{FF2B5EF4-FFF2-40B4-BE49-F238E27FC236}">
                <a16:creationId xmlns:a16="http://schemas.microsoft.com/office/drawing/2014/main" id="{B9EBEBEA-B5E2-4F38-8787-9524CBE9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67100"/>
            <a:ext cx="1581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Exemplo conceitual, visual ou analogia correta.</a:t>
            </a:r>
          </a:p>
        </p:txBody>
      </p:sp>
      <p:sp>
        <p:nvSpPr>
          <p:cNvPr id="5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9329F7BE-901F-42F6-9BC7-0C2492F3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2038350" cy="20955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4" name="card-number">
            <a:extLst xmlns:a="http://schemas.openxmlformats.org/drawingml/2006/main">
              <a:ext uri="{FF2B5EF4-FFF2-40B4-BE49-F238E27FC236}">
                <a16:creationId xmlns:a16="http://schemas.microsoft.com/office/drawing/2014/main" id="{003791DB-600D-4494-AD4D-97120554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4A55FF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4A55FF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5" name="card-heading">
            <a:extLst xmlns:a="http://schemas.openxmlformats.org/drawingml/2006/main">
              <a:ext uri="{FF2B5EF4-FFF2-40B4-BE49-F238E27FC236}">
                <a16:creationId xmlns:a16="http://schemas.microsoft.com/office/drawing/2014/main" id="{F2492555-8586-4C5F-A007-4FA178C3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289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Fazer</a:t>
            </a:r>
          </a:p>
        </p:txBody>
      </p:sp>
      <p:sp>
        <p:nvSpPr>
          <p:cNvPr id="56" name="card-copy">
            <a:extLst xmlns:a="http://schemas.openxmlformats.org/drawingml/2006/main">
              <a:ext uri="{FF2B5EF4-FFF2-40B4-BE49-F238E27FC236}">
                <a16:creationId xmlns:a16="http://schemas.microsoft.com/office/drawing/2014/main" id="{7ACDAB1A-A84D-4CD2-98EE-ABD467A9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67100"/>
            <a:ext cx="1581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Exemplo resolvido, código comentado e análise.</a:t>
            </a:r>
          </a:p>
        </p:txBody>
      </p:sp>
      <p:sp>
        <p:nvSpPr>
          <p:cNvPr id="5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176AC1E7-590F-4F4A-B6BA-83A3137B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0"/>
            <a:ext cx="1828800" cy="20955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8" name="card-number">
            <a:extLst xmlns:a="http://schemas.openxmlformats.org/drawingml/2006/main">
              <a:ext uri="{FF2B5EF4-FFF2-40B4-BE49-F238E27FC236}">
                <a16:creationId xmlns:a16="http://schemas.microsoft.com/office/drawing/2014/main" id="{73CC9517-837B-4067-BEE5-4C0A3E4D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8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59" name="card-heading">
            <a:extLst xmlns:a="http://schemas.openxmlformats.org/drawingml/2006/main">
              <a:ext uri="{FF2B5EF4-FFF2-40B4-BE49-F238E27FC236}">
                <a16:creationId xmlns:a16="http://schemas.microsoft.com/office/drawing/2014/main" id="{7B1BF9B5-D068-4A29-99DC-AD75574B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2895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Transferir</a:t>
            </a:r>
          </a:p>
        </p:txBody>
      </p:sp>
      <p:sp>
        <p:nvSpPr>
          <p:cNvPr id="60" name="card-copy">
            <a:extLst xmlns:a="http://schemas.openxmlformats.org/drawingml/2006/main">
              <a:ext uri="{FF2B5EF4-FFF2-40B4-BE49-F238E27FC236}">
                <a16:creationId xmlns:a16="http://schemas.microsoft.com/office/drawing/2014/main" id="{F853A646-72C8-4FF6-AB6B-F84FD14F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67100"/>
            <a:ext cx="1371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Exercícios, mini desafio, resumo e próximo módulo.</a:t>
            </a:r>
          </a:p>
        </p:txBody>
      </p:sp>
    </p:spTree>
    <p:extLst>
      <p:ext uri="{BB962C8B-B14F-4D97-AF65-F5344CB8AC3E}">
        <p14:creationId xmlns:p14="http://schemas.microsoft.com/office/powerpoint/2010/main" val="11970797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rid-v">
            <a:extLst xmlns:a="http://schemas.openxmlformats.org/drawingml/2006/main">
              <a:ext uri="{FF2B5EF4-FFF2-40B4-BE49-F238E27FC236}">
                <a16:creationId xmlns:a16="http://schemas.microsoft.com/office/drawing/2014/main" id="{393620FA-372D-443A-BB9E-D9DFDD65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ECC51DDD-0A45-432E-BCA0-5713FD15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BE937D3D-3AD6-4097-AFF4-6C6C3FAD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5C42374D-33C7-4390-8D61-0DE61096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C95CB6A8-99FE-4AAF-BAD6-8EBFA37F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C8866F66-011C-490C-9142-1B068C1B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9CB39884-F75E-4EDA-AB6A-51994BBD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C0F4F782-90D0-4E9F-A1A0-84898F85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A6B50D02-64BA-4E18-922B-B796DC82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195C40B7-6B85-455F-936A-378A588C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51B6743C-135F-4936-95AD-0821AC75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0C38F8F3-EB4A-412E-A5B0-3B58253B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631BE188-394F-49CD-88FD-006326BA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856D341E-40F5-447A-881D-2898DB29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52CA88AF-5E11-4706-AA0D-FC1832C6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71D7B7CF-18C3-4098-928A-25F0C049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3B699CBD-EF88-433A-9A2E-74B8F97F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91BC4A43-BD47-40AF-B500-92C4195D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0B60CB05-E37A-45AD-B29D-BA2898EE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A7207ABB-D540-4EE8-B77B-C492141E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1621C78E-3960-49E1-9DD9-B411570B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D108E2D7-29DE-466F-86F0-82A7CCA1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D6F6D79F-D846-4801-A0A2-896975C7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6BB15524-4B58-4D50-B108-CDAED21E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28062C7D-E9FE-4E42-B4CF-34533A45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C58921C2-8015-4DB0-A20D-0C4BD667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F5F2F6B2-EE0B-4F7E-BA3A-7492A6E5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4AF7C4F3-04F8-4EA5-BEF2-3B30EBD2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DF194797-CCEE-413F-A41E-F7A9DEB9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1D6829F4-E829-4190-AF74-280307C1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76938A90-3476-4DF1-90E5-5365A691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4D115A46-771F-43FE-B7B9-C4A925FE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49B89A43-011D-4880-91DF-FE686B1E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op-accent">
            <a:extLst xmlns:a="http://schemas.openxmlformats.org/drawingml/2006/main">
              <a:ext uri="{FF2B5EF4-FFF2-40B4-BE49-F238E27FC236}">
                <a16:creationId xmlns:a16="http://schemas.microsoft.com/office/drawing/2014/main" id="{CE6317DD-178D-4D76-9BB1-56B640E7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C92973A-10E9-43C0-8C5C-12F2F0A6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rPr>
              <a:t>CODE ZONE</a:t>
            </a:r>
          </a:p>
        </p:txBody>
      </p:sp>
      <p:sp>
        <p:nvSpPr>
          <p:cNvPr id="36" name="footer-mid">
            <a:extLst xmlns:a="http://schemas.openxmlformats.org/drawingml/2006/main">
              <a:ext uri="{FF2B5EF4-FFF2-40B4-BE49-F238E27FC236}">
                <a16:creationId xmlns:a16="http://schemas.microsoft.com/office/drawing/2014/main" id="{E199018A-9E3D-4983-8E84-3C0383FA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19850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rPr>
              <a:t>OBJETIVOS</a:t>
            </a:r>
          </a:p>
        </p:txBody>
      </p:sp>
      <p:sp>
        <p:nvSpPr>
          <p:cNvPr id="3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CD66C69-D092-41ED-AA5D-3AA4294A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rPr>
              <a:t>TEMPLATE DE AULA</a:t>
            </a:r>
          </a:p>
        </p:txBody>
      </p:sp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14505292-D81F-4D64-8092-E8196FF9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rPr>
              <a:t>// AO CONCLUIR</a:t>
            </a:r>
          </a:p>
        </p:txBody>
      </p:sp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6B77BA-8FE9-4320-8AF9-4AE3DE6A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685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Objetivos de aprendizagem</a:t>
            </a:r>
          </a:p>
        </p:txBody>
      </p:sp>
      <p:sp>
        <p:nvSpPr>
          <p:cNvPr id="40" name="objective-copy">
            <a:extLst xmlns:a="http://schemas.openxmlformats.org/drawingml/2006/main">
              <a:ext uri="{FF2B5EF4-FFF2-40B4-BE49-F238E27FC236}">
                <a16:creationId xmlns:a16="http://schemas.microsoft.com/office/drawing/2014/main" id="{43B5604C-362A-452F-9DAE-2FAF4170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CFD3E6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CFD3E6"/>
                </a:solidFill>
                <a:latin typeface="Inter"/>
                <a:ea typeface="Inter"/>
                <a:cs typeface="Inter"/>
              </a:rPr>
              <a:t>Escreva resultados observáveis. Evite objetivos vagos como entender ou conhecer sem evidência.</a:t>
            </a:r>
          </a:p>
        </p:txBody>
      </p:sp>
      <p:sp>
        <p:nvSpPr>
          <p:cNvPr id="41" name="objective-line">
            <a:extLst xmlns:a="http://schemas.openxmlformats.org/drawingml/2006/main">
              <a:ext uri="{FF2B5EF4-FFF2-40B4-BE49-F238E27FC236}">
                <a16:creationId xmlns:a16="http://schemas.microsoft.com/office/drawing/2014/main" id="{188F33C3-1E98-4D62-96FE-A895B7A8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7448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objective-number">
            <a:extLst xmlns:a="http://schemas.openxmlformats.org/drawingml/2006/main">
              <a:ext uri="{FF2B5EF4-FFF2-40B4-BE49-F238E27FC236}">
                <a16:creationId xmlns:a16="http://schemas.microsoft.com/office/drawing/2014/main" id="{0C23F6CE-6817-4820-8DBB-552BC722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3" name="objective-text">
            <a:extLst xmlns:a="http://schemas.openxmlformats.org/drawingml/2006/main">
              <a:ext uri="{FF2B5EF4-FFF2-40B4-BE49-F238E27FC236}">
                <a16:creationId xmlns:a16="http://schemas.microsoft.com/office/drawing/2014/main" id="{5CFB79C0-6B6E-47FC-94A7-D4D13001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289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9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Explicar o conceito central em linguagem própria.</a:t>
            </a:r>
          </a:p>
        </p:txBody>
      </p:sp>
      <p:sp>
        <p:nvSpPr>
          <p:cNvPr id="44" name="objective-line">
            <a:extLst xmlns:a="http://schemas.openxmlformats.org/drawingml/2006/main">
              <a:ext uri="{FF2B5EF4-FFF2-40B4-BE49-F238E27FC236}">
                <a16:creationId xmlns:a16="http://schemas.microsoft.com/office/drawing/2014/main" id="{1266C20E-D7B0-4597-9566-0D50BB45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52850"/>
            <a:ext cx="7448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objective-number">
            <a:extLst xmlns:a="http://schemas.openxmlformats.org/drawingml/2006/main">
              <a:ext uri="{FF2B5EF4-FFF2-40B4-BE49-F238E27FC236}">
                <a16:creationId xmlns:a16="http://schemas.microsoft.com/office/drawing/2014/main" id="{9BAA5ADD-50DC-4E1F-9EDD-C122FEE4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46" name="objective-text">
            <a:extLst xmlns:a="http://schemas.openxmlformats.org/drawingml/2006/main">
              <a:ext uri="{FF2B5EF4-FFF2-40B4-BE49-F238E27FC236}">
                <a16:creationId xmlns:a16="http://schemas.microsoft.com/office/drawing/2014/main" id="{9BCA41FA-12AC-4467-BFEC-24BD8969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9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Identificar quando o conceito deve ser utilizado.</a:t>
            </a:r>
          </a:p>
        </p:txBody>
      </p:sp>
      <p:sp>
        <p:nvSpPr>
          <p:cNvPr id="47" name="objective-line">
            <a:extLst xmlns:a="http://schemas.openxmlformats.org/drawingml/2006/main">
              <a:ext uri="{FF2B5EF4-FFF2-40B4-BE49-F238E27FC236}">
                <a16:creationId xmlns:a16="http://schemas.microsoft.com/office/drawing/2014/main" id="{1DE82363-8E2E-456F-974B-B51548EC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7448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objective-number">
            <a:extLst xmlns:a="http://schemas.openxmlformats.org/drawingml/2006/main">
              <a:ext uri="{FF2B5EF4-FFF2-40B4-BE49-F238E27FC236}">
                <a16:creationId xmlns:a16="http://schemas.microsoft.com/office/drawing/2014/main" id="{5B298A50-9F0D-4411-BB0D-6BC63A01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49" name="objective-text">
            <a:extLst xmlns:a="http://schemas.openxmlformats.org/drawingml/2006/main">
              <a:ext uri="{FF2B5EF4-FFF2-40B4-BE49-F238E27FC236}">
                <a16:creationId xmlns:a16="http://schemas.microsoft.com/office/drawing/2014/main" id="{6AC352E7-95DB-4F30-98C7-22C700F3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862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9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Implementar uma versão mínima em Python.</a:t>
            </a:r>
          </a:p>
        </p:txBody>
      </p:sp>
      <p:sp>
        <p:nvSpPr>
          <p:cNvPr id="50" name="objective-line">
            <a:extLst xmlns:a="http://schemas.openxmlformats.org/drawingml/2006/main">
              <a:ext uri="{FF2B5EF4-FFF2-40B4-BE49-F238E27FC236}">
                <a16:creationId xmlns:a16="http://schemas.microsoft.com/office/drawing/2014/main" id="{256B8ABF-0262-4FB6-A010-14D3D96C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7448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objective-number">
            <a:extLst xmlns:a="http://schemas.openxmlformats.org/drawingml/2006/main">
              <a:ext uri="{FF2B5EF4-FFF2-40B4-BE49-F238E27FC236}">
                <a16:creationId xmlns:a16="http://schemas.microsoft.com/office/drawing/2014/main" id="{B678341A-FFFC-4E12-9B9C-A931B6FA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2" name="objective-text">
            <a:extLst xmlns:a="http://schemas.openxmlformats.org/drawingml/2006/main">
              <a:ext uri="{FF2B5EF4-FFF2-40B4-BE49-F238E27FC236}">
                <a16:creationId xmlns:a16="http://schemas.microsoft.com/office/drawing/2014/main" id="{054E76C5-42E3-4995-BCFD-1AA491B0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9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Interpretar a saída gerada pelo código.</a:t>
            </a:r>
          </a:p>
        </p:txBody>
      </p:sp>
      <p:sp>
        <p:nvSpPr>
          <p:cNvPr id="53" name="objective-line">
            <a:extLst xmlns:a="http://schemas.openxmlformats.org/drawingml/2006/main">
              <a:ext uri="{FF2B5EF4-FFF2-40B4-BE49-F238E27FC236}">
                <a16:creationId xmlns:a16="http://schemas.microsoft.com/office/drawing/2014/main" id="{AFC97827-F340-4868-AE22-9A632C32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38800"/>
            <a:ext cx="7448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objective-number">
            <a:extLst xmlns:a="http://schemas.openxmlformats.org/drawingml/2006/main">
              <a:ext uri="{FF2B5EF4-FFF2-40B4-BE49-F238E27FC236}">
                <a16:creationId xmlns:a16="http://schemas.microsoft.com/office/drawing/2014/main" id="{72419B77-BD0F-491A-9DD0-AB7D211B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55" name="objective-text">
            <a:extLst xmlns:a="http://schemas.openxmlformats.org/drawingml/2006/main">
              <a:ext uri="{FF2B5EF4-FFF2-40B4-BE49-F238E27FC236}">
                <a16:creationId xmlns:a16="http://schemas.microsoft.com/office/drawing/2014/main" id="{55B64439-893B-47CE-B7C3-2A0F9DB4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35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9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Reconhecer limitações, riscos e erros comuns.</a:t>
            </a:r>
          </a:p>
        </p:txBody>
      </p:sp>
      <p:sp>
        <p:nvSpPr>
          <p:cNvPr id="56" name="alignment-box">
            <a:extLst xmlns:a="http://schemas.openxmlformats.org/drawingml/2006/main">
              <a:ext uri="{FF2B5EF4-FFF2-40B4-BE49-F238E27FC236}">
                <a16:creationId xmlns:a16="http://schemas.microsoft.com/office/drawing/2014/main" id="{2E100978-1A50-44F6-A61C-07ACD066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2714625" cy="350520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7" name="alignment-title">
            <a:extLst xmlns:a="http://schemas.openxmlformats.org/drawingml/2006/main">
              <a:ext uri="{FF2B5EF4-FFF2-40B4-BE49-F238E27FC236}">
                <a16:creationId xmlns:a16="http://schemas.microsoft.com/office/drawing/2014/main" id="{C1C48C9C-460D-4F67-8CF3-9D818AC5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66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rPr>
              <a:t>ALINHAMENTO</a:t>
            </a:r>
          </a:p>
        </p:txBody>
      </p:sp>
      <p:sp>
        <p:nvSpPr>
          <p:cNvPr id="58" name="alignment-copy">
            <a:extLst xmlns:a="http://schemas.openxmlformats.org/drawingml/2006/main">
              <a:ext uri="{FF2B5EF4-FFF2-40B4-BE49-F238E27FC236}">
                <a16:creationId xmlns:a16="http://schemas.microsoft.com/office/drawing/2014/main" id="{6C35BB86-1ADB-4438-BD09-A58ADD7D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05050"/>
            <a:ext cx="21145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CFD3E6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CFD3E6"/>
                </a:solidFill>
                <a:latin typeface="Inter"/>
                <a:ea typeface="Inter"/>
                <a:cs typeface="Inter"/>
              </a:rPr>
              <a:t>Objetivos, exemplos, exercícios e avaliação devem medir a mesma capacidade. Se o objetivo pede interpretar, o exercício precisa exigir interpretação.</a:t>
            </a:r>
          </a:p>
        </p:txBody>
      </p:sp>
    </p:spTree>
    <p:extLst>
      <p:ext uri="{BB962C8B-B14F-4D97-AF65-F5344CB8AC3E}">
        <p14:creationId xmlns:p14="http://schemas.microsoft.com/office/powerpoint/2010/main" val="6138474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rid-v">
            <a:extLst xmlns:a="http://schemas.openxmlformats.org/drawingml/2006/main">
              <a:ext uri="{FF2B5EF4-FFF2-40B4-BE49-F238E27FC236}">
                <a16:creationId xmlns:a16="http://schemas.microsoft.com/office/drawing/2014/main" id="{9F64CD66-3A78-4970-90BE-CBEB77C9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E91A41EC-C7D8-4FBE-979B-3D724BF6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4C0D2562-6DE5-40A2-9906-A121B53F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7C0457FF-4C81-47BD-86BE-760007D9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C0EA5BC3-F428-4897-915C-3DAC9040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4EA60289-825A-422F-A79F-AA460F78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B5A6BED1-D3F1-48FB-89B0-ABABD49D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BE0EE95A-53B7-40BD-A2B1-78893109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3EF5D8AD-99AF-4814-9812-D5CCB974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6F28F10B-1D16-45E3-A3A6-534ED789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BF2A87E6-7778-4AEB-BB11-C0109D0F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DE8ACBE1-D646-4FD6-90FD-6879BE12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4E4A453C-2E14-4598-82AE-ED334CDC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8F2AF0D0-A181-49F4-9790-E9BFD46E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07015FD8-5FF9-4D13-8699-E706DFA9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74E06C79-6B62-44E4-95E6-3612B4CD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DD4A9192-595F-4882-845E-D1E431C6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12C005DF-E698-45C7-91C6-56FEDA29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21BAC5ED-5EE0-4140-A85D-52513332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A3C07E67-6878-488C-B115-6CEE3546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473E1546-32A1-4A8A-A885-E60425DB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F14D9BA3-8B59-44CA-80E2-4814F1F1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6E0FD009-DD21-44D6-8171-63A613F4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E5D99FE9-0A9A-428A-82A0-ABD51EAE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95B28ECA-5E14-464D-B9C5-A9AEBCE0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3097748D-8A86-43DD-93A1-76D6CDDD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D74E4D8E-4EA5-4FF5-A172-A44D1FC4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35762A8B-67DB-4703-B4F3-07066E45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E2545AA8-8F9C-48FC-A78D-45E9F864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944A9B1F-05FC-4CD8-8466-B6226AB3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07156F03-101B-4FB7-BE05-D2E0A7B4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78D42C93-35D2-4425-8935-6B35A2D7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B1AB7F7B-06D6-46C5-B23A-802D1864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op-accent">
            <a:extLst xmlns:a="http://schemas.openxmlformats.org/drawingml/2006/main">
              <a:ext uri="{FF2B5EF4-FFF2-40B4-BE49-F238E27FC236}">
                <a16:creationId xmlns:a16="http://schemas.microsoft.com/office/drawing/2014/main" id="{9D3D33ED-0383-4120-B7A3-CEE2D04F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863BF5C-DBA5-44A2-A302-E94E86C4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rPr>
              <a:t>CODE ZONE</a:t>
            </a:r>
          </a:p>
        </p:txBody>
      </p:sp>
      <p:sp>
        <p:nvSpPr>
          <p:cNvPr id="36" name="footer-mid">
            <a:extLst xmlns:a="http://schemas.openxmlformats.org/drawingml/2006/main">
              <a:ext uri="{FF2B5EF4-FFF2-40B4-BE49-F238E27FC236}">
                <a16:creationId xmlns:a16="http://schemas.microsoft.com/office/drawing/2014/main" id="{86512C69-6D05-4EE6-8330-1CB1FF82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19850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rPr>
              <a:t>MOTIVAÇÃO</a:t>
            </a:r>
          </a:p>
        </p:txBody>
      </p:sp>
      <p:sp>
        <p:nvSpPr>
          <p:cNvPr id="3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F9A40B3-960C-4EE1-B002-0B953589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rPr>
              <a:t>TEMPLATE DE AULA</a:t>
            </a:r>
          </a:p>
        </p:txBody>
      </p:sp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CE2313D4-047E-4490-870D-8E653D0A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rPr>
              <a:t>// PROBLEMA GERADOR</a:t>
            </a:r>
          </a:p>
        </p:txBody>
      </p:sp>
      <p:sp>
        <p:nvSpPr>
          <p:cNvPr id="39" name="big-question">
            <a:extLst xmlns:a="http://schemas.openxmlformats.org/drawingml/2006/main">
              <a:ext uri="{FF2B5EF4-FFF2-40B4-BE49-F238E27FC236}">
                <a16:creationId xmlns:a16="http://schemas.microsoft.com/office/drawing/2014/main" id="{A429367B-DD28-4130-9F8A-6EFAD57B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4295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5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45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Que problema real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5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45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esta aula ajuda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5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45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a resolver?</a:t>
            </a:r>
          </a:p>
        </p:txBody>
      </p:sp>
      <p:sp>
        <p:nvSpPr>
          <p:cNvPr id="40" name="question-copy">
            <a:extLst xmlns:a="http://schemas.openxmlformats.org/drawingml/2006/main">
              <a:ext uri="{FF2B5EF4-FFF2-40B4-BE49-F238E27FC236}">
                <a16:creationId xmlns:a16="http://schemas.microsoft.com/office/drawing/2014/main" id="{0AD8980D-5A7A-483F-AE9A-C8E624C5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1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CFD3E6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CFD3E6"/>
                </a:solidFill>
                <a:latin typeface="Inter"/>
                <a:ea typeface="Inter"/>
                <a:cs typeface="Inter"/>
              </a:rPr>
              <a:t>Substitua por uma pergunta concreta, observável e conectada à vida real ou a um sistema usado no mercado.</a:t>
            </a:r>
          </a:p>
        </p:txBody>
      </p:sp>
      <p:sp>
        <p:nvSpPr>
          <p:cNvPr id="41" name="question-panel">
            <a:extLst xmlns:a="http://schemas.openxmlformats.org/drawingml/2006/main">
              <a:ext uri="{FF2B5EF4-FFF2-40B4-BE49-F238E27FC236}">
                <a16:creationId xmlns:a16="http://schemas.microsoft.com/office/drawing/2014/main" id="{B4FA1667-A1EB-4044-AA0E-56A75FFE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90650"/>
            <a:ext cx="323850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141722">
              <a:alpha val="90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2" name="examples-title">
            <a:extLst xmlns:a="http://schemas.openxmlformats.org/drawingml/2006/main">
              <a:ext uri="{FF2B5EF4-FFF2-40B4-BE49-F238E27FC236}">
                <a16:creationId xmlns:a16="http://schemas.microsoft.com/office/drawing/2014/main" id="{B2C51877-49ED-44F5-B838-D94354DA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76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rPr>
              <a:t>EXEMPLOS</a:t>
            </a:r>
          </a:p>
        </p:txBody>
      </p:sp>
      <p:sp>
        <p:nvSpPr>
          <p:cNvPr id="43" name="examples">
            <a:extLst xmlns:a="http://schemas.openxmlformats.org/drawingml/2006/main">
              <a:ext uri="{FF2B5EF4-FFF2-40B4-BE49-F238E27FC236}">
                <a16:creationId xmlns:a16="http://schemas.microsoft.com/office/drawing/2014/main" id="{AEB52254-4496-46ED-B8DE-247A258C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33600"/>
            <a:ext cx="2381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033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350" b="0">
                <a:solidFill>
                  <a:srgbClr val="D7DBE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7DBEA"/>
                </a:solidFill>
                <a:latin typeface="Inter"/>
                <a:ea typeface="Inter"/>
                <a:cs typeface="Inter"/>
              </a:rPr>
              <a:t>Como um banco identifica fraude?</a:t>
            </a:r>
          </a:p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350" b="0">
                <a:solidFill>
                  <a:srgbClr val="D7DBE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7DBEA"/>
                </a:solidFill>
                <a:latin typeface="Inter"/>
                <a:ea typeface="Inter"/>
                <a:cs typeface="Inter"/>
              </a:rPr>
              <a:t>O que acontece ao digitar uma URL?</a:t>
            </a:r>
          </a:p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350" b="0">
                <a:solidFill>
                  <a:srgbClr val="D7DBE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7DBEA"/>
                </a:solidFill>
                <a:latin typeface="Inter"/>
                <a:ea typeface="Inter"/>
                <a:cs typeface="Inter"/>
              </a:rPr>
              <a:t>Como um classificador erra?</a:t>
            </a:r>
          </a:p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350" b="0">
                <a:solidFill>
                  <a:srgbClr val="D7DBE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7DBEA"/>
                </a:solidFill>
                <a:latin typeface="Inter"/>
                <a:ea typeface="Inter"/>
                <a:cs typeface="Inter"/>
              </a:rPr>
              <a:t>Como priorizar manutenção com dados?</a:t>
            </a:r>
          </a:p>
        </p:txBody>
      </p:sp>
      <p:sp>
        <p:nvSpPr>
          <p:cNvPr id="44" name="do-not">
            <a:extLst xmlns:a="http://schemas.openxmlformats.org/drawingml/2006/main">
              <a:ext uri="{FF2B5EF4-FFF2-40B4-BE49-F238E27FC236}">
                <a16:creationId xmlns:a16="http://schemas.microsoft.com/office/drawing/2014/main" id="{97DE1DA4-BB3B-489C-AD83-4190A923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rPr>
              <a:t>NÃO COMEÇAR DIRETO COM TEORIA</a:t>
            </a:r>
          </a:p>
        </p:txBody>
      </p:sp>
    </p:spTree>
    <p:extLst>
      <p:ext uri="{BB962C8B-B14F-4D97-AF65-F5344CB8AC3E}">
        <p14:creationId xmlns:p14="http://schemas.microsoft.com/office/powerpoint/2010/main" val="16317434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rid-v">
            <a:extLst xmlns:a="http://schemas.openxmlformats.org/drawingml/2006/main">
              <a:ext uri="{FF2B5EF4-FFF2-40B4-BE49-F238E27FC236}">
                <a16:creationId xmlns:a16="http://schemas.microsoft.com/office/drawing/2014/main" id="{47EF81FA-D2F1-43B0-B423-D41A5B38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1A5AC46A-B6B5-4510-9E88-5B8887C2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D2369B67-7868-4BF4-ABE0-467AD41A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E3DF008A-8CCC-4CA5-A87E-F20DCE35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DB6FA06C-1686-4518-8EB6-F82B3D88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2313ECAC-415F-4D17-9B68-24CD8AAA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DD03124B-B975-4337-A6DF-8FC57397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7BCA40B3-19F1-4E30-81E8-B985CCA3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968CA689-9DC7-4FC7-9DD3-09D36609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134EA626-07C6-4048-985B-7A8399E6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999A57AB-123F-435F-9F3B-C911E5E8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427B814F-6E13-4769-A5EC-5A453354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5D482BB4-3745-4E44-B7D4-A63627FC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D5E458D9-299D-40AD-AC16-62B0190C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E3D9AE2A-2FFE-47E2-9B9F-8E8F3DD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4D145565-2558-4AE5-A9E2-18EBAC9E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F44B4A1A-5719-419E-B622-31FE0F0E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430A33B5-85F4-4429-A1D7-40C171A2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852E6800-AC7F-4E9A-9120-4E76A085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88A5B58F-7003-442E-9449-BBECA5FF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30059F15-1359-4B98-991E-AE16A950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79323779-F175-423C-B23B-DEE5E4A5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8166C92F-2ABD-405A-BAD2-E7C962D1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9F101922-A797-4749-8DB2-B8B5CDEE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37DB61D8-116E-4155-9AE5-C1F7C411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42328F31-B799-4C4B-B2DF-601B06F7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86F4A1AB-36AB-409F-B537-1E9FF0DD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821D1DA7-9755-4DFF-AA22-7FFDF854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F7911D84-1A06-448D-B1E2-31D2B1F8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6AF3D1D3-6F4D-486A-8884-9D341E2E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D7B5D097-246D-4E9C-986F-18238613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1E600779-6717-4BAF-961F-04C8C4F7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A94A2A50-F5A2-450D-BBBB-E97B12C5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op-accent">
            <a:extLst xmlns:a="http://schemas.openxmlformats.org/drawingml/2006/main">
              <a:ext uri="{FF2B5EF4-FFF2-40B4-BE49-F238E27FC236}">
                <a16:creationId xmlns:a16="http://schemas.microsoft.com/office/drawing/2014/main" id="{2A898D9B-1CB2-4C21-A280-8982E7F1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0604B6D-337E-4A13-A0FC-ED8D0CE8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CODE ZONE</a:t>
            </a:r>
          </a:p>
        </p:txBody>
      </p:sp>
      <p:sp>
        <p:nvSpPr>
          <p:cNvPr id="36" name="footer-mid">
            <a:extLst xmlns:a="http://schemas.openxmlformats.org/drawingml/2006/main">
              <a:ext uri="{FF2B5EF4-FFF2-40B4-BE49-F238E27FC236}">
                <a16:creationId xmlns:a16="http://schemas.microsoft.com/office/drawing/2014/main" id="{3B042605-629B-4D46-AF7D-E3F7B5E2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19850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CONTEXTO</a:t>
            </a:r>
          </a:p>
        </p:txBody>
      </p:sp>
      <p:sp>
        <p:nvSpPr>
          <p:cNvPr id="3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FA12209-3D5B-452C-A1FE-BB070C5F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TEMPLATE DE AULA</a:t>
            </a:r>
          </a:p>
        </p:txBody>
      </p:sp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481A15EB-6A18-4E05-95F2-7DEEB117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// ONDE APARECE NA PRÁTICA</a:t>
            </a:r>
          </a:p>
        </p:txBody>
      </p:sp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889272-1E02-4F07-934C-E3F8E3BC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81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Contexto de uso</a:t>
            </a:r>
          </a:p>
        </p:txBody>
      </p:sp>
      <p:sp>
        <p:nvSpPr>
          <p:cNvPr id="40" name="context-copy">
            <a:extLst xmlns:a="http://schemas.openxmlformats.org/drawingml/2006/main">
              <a:ext uri="{FF2B5EF4-FFF2-40B4-BE49-F238E27FC236}">
                <a16:creationId xmlns:a16="http://schemas.microsoft.com/office/drawing/2014/main" id="{0D6D6013-5E3F-4F86-8AB0-5FBB2200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Conecte o conhecimento com sistemas, produtos e decisões reais.</a:t>
            </a:r>
          </a:p>
        </p:txBody>
      </p:sp>
      <p:sp>
        <p:nvSpPr>
          <p:cNvPr id="41" name="context-card">
            <a:extLst xmlns:a="http://schemas.openxmlformats.org/drawingml/2006/main">
              <a:ext uri="{FF2B5EF4-FFF2-40B4-BE49-F238E27FC236}">
                <a16:creationId xmlns:a16="http://schemas.microsoft.com/office/drawing/2014/main" id="{E7B820BE-E703-49C9-9E6F-364C6061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1813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2" name="context-accent">
            <a:extLst xmlns:a="http://schemas.openxmlformats.org/drawingml/2006/main">
              <a:ext uri="{FF2B5EF4-FFF2-40B4-BE49-F238E27FC236}">
                <a16:creationId xmlns:a16="http://schemas.microsoft.com/office/drawing/2014/main" id="{D8F24991-CC9A-4297-8276-C93F2E55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181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ntext-card-title">
            <a:extLst xmlns:a="http://schemas.openxmlformats.org/drawingml/2006/main">
              <a:ext uri="{FF2B5EF4-FFF2-40B4-BE49-F238E27FC236}">
                <a16:creationId xmlns:a16="http://schemas.microsoft.com/office/drawing/2014/main" id="{101CB16A-EBAE-480C-A3E0-377BD23E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QUEM USA?</a:t>
            </a:r>
          </a:p>
        </p:txBody>
      </p:sp>
      <p:sp>
        <p:nvSpPr>
          <p:cNvPr id="44" name="context-card-copy">
            <a:extLst xmlns:a="http://schemas.openxmlformats.org/drawingml/2006/main">
              <a:ext uri="{FF2B5EF4-FFF2-40B4-BE49-F238E27FC236}">
                <a16:creationId xmlns:a16="http://schemas.microsoft.com/office/drawing/2014/main" id="{9876B026-1C71-422C-A037-B67B414F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2400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Profissionais, times ou papéis que encontram esse problema.</a:t>
            </a:r>
          </a:p>
        </p:txBody>
      </p:sp>
      <p:sp>
        <p:nvSpPr>
          <p:cNvPr id="45" name="context-card">
            <a:extLst xmlns:a="http://schemas.openxmlformats.org/drawingml/2006/main">
              <a:ext uri="{FF2B5EF4-FFF2-40B4-BE49-F238E27FC236}">
                <a16:creationId xmlns:a16="http://schemas.microsoft.com/office/drawing/2014/main" id="{DBEC096F-4F21-4FE9-955C-D7E0BE6D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52700"/>
            <a:ext cx="31813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6" name="context-accent">
            <a:extLst xmlns:a="http://schemas.openxmlformats.org/drawingml/2006/main">
              <a:ext uri="{FF2B5EF4-FFF2-40B4-BE49-F238E27FC236}">
                <a16:creationId xmlns:a16="http://schemas.microsoft.com/office/drawing/2014/main" id="{65E9A005-AE24-4E56-B02D-1AE0E88C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52700"/>
            <a:ext cx="3181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ontext-card-title">
            <a:extLst xmlns:a="http://schemas.openxmlformats.org/drawingml/2006/main">
              <a:ext uri="{FF2B5EF4-FFF2-40B4-BE49-F238E27FC236}">
                <a16:creationId xmlns:a16="http://schemas.microsoft.com/office/drawing/2014/main" id="{1E127FC9-54D7-4635-A9E2-405530CE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rPr>
              <a:t>EM QUAIS SISTEMAS?</a:t>
            </a:r>
          </a:p>
        </p:txBody>
      </p:sp>
      <p:sp>
        <p:nvSpPr>
          <p:cNvPr id="48" name="context-card-copy">
            <a:extLst xmlns:a="http://schemas.openxmlformats.org/drawingml/2006/main">
              <a:ext uri="{FF2B5EF4-FFF2-40B4-BE49-F238E27FC236}">
                <a16:creationId xmlns:a16="http://schemas.microsoft.com/office/drawing/2014/main" id="{13BDD9B6-5238-43C8-9337-1E0374CD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29000"/>
            <a:ext cx="2400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Produtos, pipelines, APIs, notebooks, dashboards ou automações.</a:t>
            </a:r>
          </a:p>
        </p:txBody>
      </p:sp>
      <p:sp>
        <p:nvSpPr>
          <p:cNvPr id="49" name="context-card">
            <a:extLst xmlns:a="http://schemas.openxmlformats.org/drawingml/2006/main">
              <a:ext uri="{FF2B5EF4-FFF2-40B4-BE49-F238E27FC236}">
                <a16:creationId xmlns:a16="http://schemas.microsoft.com/office/drawing/2014/main" id="{06096CB9-BE94-43A0-92F6-6730769C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52700"/>
            <a:ext cx="31813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0" name="context-accent">
            <a:extLst xmlns:a="http://schemas.openxmlformats.org/drawingml/2006/main">
              <a:ext uri="{FF2B5EF4-FFF2-40B4-BE49-F238E27FC236}">
                <a16:creationId xmlns:a16="http://schemas.microsoft.com/office/drawing/2014/main" id="{2B7DB164-F334-42D5-86DF-B05F2B6E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52700"/>
            <a:ext cx="3181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ontext-card-title">
            <a:extLst xmlns:a="http://schemas.openxmlformats.org/drawingml/2006/main">
              <a:ext uri="{FF2B5EF4-FFF2-40B4-BE49-F238E27FC236}">
                <a16:creationId xmlns:a16="http://schemas.microsoft.com/office/drawing/2014/main" id="{9D50EE11-AB2B-4629-B1A1-517B2917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146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0D0F1A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0D0F1A"/>
                </a:solidFill>
                <a:latin typeface="Cascadia Mono"/>
                <a:ea typeface="Cascadia Mono"/>
                <a:cs typeface="Cascadia Mono"/>
              </a:rPr>
              <a:t>QUAL DECISÃO MELHORA?</a:t>
            </a:r>
          </a:p>
        </p:txBody>
      </p:sp>
      <p:sp>
        <p:nvSpPr>
          <p:cNvPr id="52" name="context-card-copy">
            <a:extLst xmlns:a="http://schemas.openxmlformats.org/drawingml/2006/main">
              <a:ext uri="{FF2B5EF4-FFF2-40B4-BE49-F238E27FC236}">
                <a16:creationId xmlns:a16="http://schemas.microsoft.com/office/drawing/2014/main" id="{76F4513E-A04C-49D4-BB9D-82788706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29000"/>
            <a:ext cx="2400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Ação, diagnóstico, priorização ou interpretação que fica melhor.</a:t>
            </a:r>
          </a:p>
        </p:txBody>
      </p:sp>
    </p:spTree>
    <p:extLst>
      <p:ext uri="{BB962C8B-B14F-4D97-AF65-F5344CB8AC3E}">
        <p14:creationId xmlns:p14="http://schemas.microsoft.com/office/powerpoint/2010/main" val="12062876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rid-v">
            <a:extLst xmlns:a="http://schemas.openxmlformats.org/drawingml/2006/main">
              <a:ext uri="{FF2B5EF4-FFF2-40B4-BE49-F238E27FC236}">
                <a16:creationId xmlns:a16="http://schemas.microsoft.com/office/drawing/2014/main" id="{88D32CD0-2E7E-44EF-B4C4-9EA39A8A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06AF22CE-3091-4C04-9B47-87B5FEFC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D46B4F22-7EB6-4DBA-8FDA-702BAEB1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6FE332AF-0EFE-4325-8E2E-AC489010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176E211B-AE53-4710-AFFA-DF4C9315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03F5E3BC-B9C9-4557-81CB-2BC6F11A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D4A98877-ED75-4117-AAD6-7B81F9F0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A712C97D-4F78-4583-A8F9-DC6AC011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56045072-A129-4432-A0A2-5BC22378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4EDB4D21-B753-459E-ADA8-FF629AD0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75892D77-0597-45EA-A7D5-8786AC65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26CFE8C0-A0A2-4046-930E-B66EC64A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642789EA-69A0-447D-9D1E-7C459AEA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51E787B7-37ED-4174-9ECB-7070B7D4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E9A22FA5-B445-49F7-91F1-072D4AAC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85B65AD8-94D0-4297-9853-4F4BEF65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8BDC0FEE-6360-44E1-B928-7338C7F5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F6648974-863F-4785-892F-D1834305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7EA4B349-BB0B-401B-A454-DE34C90D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9612FFD1-224E-49BD-A40D-CB3D5A57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60C4578D-6F85-4E9F-9F8A-3F084B47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E4D9D072-3D30-495E-9CA2-0DB4EAAF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7C1721FF-FD2B-49CB-BDA7-D1F4FF72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A349DE85-2B1A-4C4E-A6D0-085516B5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98BC1404-287A-4EF5-8491-11598455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7092DCB2-FB26-42D7-95C7-EA9A187C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B7DCBE8A-246D-40A4-9406-275739E2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07105D54-A088-459E-A9DE-BD619926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4C12352E-FD5E-4CFB-AB66-CFD4AFF9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E9ED0AA8-7204-4B11-9D90-05A36373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8BD47201-1D88-4BEA-A46F-433921BA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D60FB35F-28DC-4C38-A838-3310B0CA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12DA32C4-4A14-4F92-BB5F-4905A2DB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op-accent">
            <a:extLst xmlns:a="http://schemas.openxmlformats.org/drawingml/2006/main">
              <a:ext uri="{FF2B5EF4-FFF2-40B4-BE49-F238E27FC236}">
                <a16:creationId xmlns:a16="http://schemas.microsoft.com/office/drawing/2014/main" id="{3A7967F9-E614-4A25-A984-FAAA955A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C9F148C-3850-465D-8667-FDC267D4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CODE ZONE</a:t>
            </a:r>
          </a:p>
        </p:txBody>
      </p:sp>
      <p:sp>
        <p:nvSpPr>
          <p:cNvPr id="36" name="footer-mid">
            <a:extLst xmlns:a="http://schemas.openxmlformats.org/drawingml/2006/main">
              <a:ext uri="{FF2B5EF4-FFF2-40B4-BE49-F238E27FC236}">
                <a16:creationId xmlns:a16="http://schemas.microsoft.com/office/drawing/2014/main" id="{C16D9ECE-23FF-445B-BF3C-2BB9D50C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19850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CONCEITO</a:t>
            </a:r>
          </a:p>
        </p:txBody>
      </p:sp>
      <p:sp>
        <p:nvSpPr>
          <p:cNvPr id="3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709CBB6-B8CB-4F3A-A4CC-5A62121B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TEMPLATE DE AULA</a:t>
            </a:r>
          </a:p>
        </p:txBody>
      </p:sp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A946D237-2D2A-4443-95C2-3E769B30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// UNIDADE COGNITIVA</a:t>
            </a:r>
          </a:p>
        </p:txBody>
      </p:sp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3CFA3D-7467-47F9-87CF-C7935F62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695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Conceito fundamental</a:t>
            </a:r>
          </a:p>
        </p:txBody>
      </p:sp>
      <p:sp>
        <p:nvSpPr>
          <p:cNvPr id="40" name="definition-box">
            <a:extLst xmlns:a="http://schemas.openxmlformats.org/drawingml/2006/main">
              <a:ext uri="{FF2B5EF4-FFF2-40B4-BE49-F238E27FC236}">
                <a16:creationId xmlns:a16="http://schemas.microsoft.com/office/drawing/2014/main" id="{44783567-B3AA-460A-8C79-3E5A4502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953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1" name="definition-label">
            <a:extLst xmlns:a="http://schemas.openxmlformats.org/drawingml/2006/main">
              <a:ext uri="{FF2B5EF4-FFF2-40B4-BE49-F238E27FC236}">
                <a16:creationId xmlns:a16="http://schemas.microsoft.com/office/drawing/2014/main" id="{DBA73B64-5B76-4567-BEE1-C1B82E35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DEFINIÇÃO CURTA</a:t>
            </a:r>
          </a:p>
        </p:txBody>
      </p:sp>
      <p:sp>
        <p:nvSpPr>
          <p:cNvPr id="42" name="definition-text">
            <a:extLst xmlns:a="http://schemas.openxmlformats.org/drawingml/2006/main">
              <a:ext uri="{FF2B5EF4-FFF2-40B4-BE49-F238E27FC236}">
                <a16:creationId xmlns:a16="http://schemas.microsoft.com/office/drawing/2014/main" id="{A2EE5619-4341-4294-9E58-B9FB4E9D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3962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9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325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2325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Escreva o conceito em uma frase simples, sem empilhar termos novos.</a:t>
            </a:r>
          </a:p>
        </p:txBody>
      </p:sp>
      <p:sp>
        <p:nvSpPr>
          <p:cNvPr id="43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9D325109-25B5-4B7B-A5C2-E1760FF3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4648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4" name="concept-label">
            <a:extLst xmlns:a="http://schemas.openxmlformats.org/drawingml/2006/main">
              <a:ext uri="{FF2B5EF4-FFF2-40B4-BE49-F238E27FC236}">
                <a16:creationId xmlns:a16="http://schemas.microsoft.com/office/drawing/2014/main" id="{F3FA9791-8512-4F51-A1D1-C5A77964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098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POR QUE EXISTE?</a:t>
            </a:r>
          </a:p>
        </p:txBody>
      </p:sp>
      <p:sp>
        <p:nvSpPr>
          <p:cNvPr id="45" name="concept-answer">
            <a:extLst xmlns:a="http://schemas.openxmlformats.org/drawingml/2006/main">
              <a:ext uri="{FF2B5EF4-FFF2-40B4-BE49-F238E27FC236}">
                <a16:creationId xmlns:a16="http://schemas.microsoft.com/office/drawing/2014/main" id="{DC580199-4DD9-4BBE-9683-AA1CF376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5745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3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Qual problema este conceito reduz?</a:t>
            </a:r>
          </a:p>
        </p:txBody>
      </p:sp>
      <p:sp>
        <p:nvSpPr>
          <p:cNvPr id="4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25AFF631-6FDD-4049-BD65-16E28836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4648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7" name="concept-label">
            <a:extLst xmlns:a="http://schemas.openxmlformats.org/drawingml/2006/main">
              <a:ext uri="{FF2B5EF4-FFF2-40B4-BE49-F238E27FC236}">
                <a16:creationId xmlns:a16="http://schemas.microsoft.com/office/drawing/2014/main" id="{C23C700A-9CC6-4D10-B58F-0C67873B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766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QUANDO USAR?</a:t>
            </a:r>
          </a:p>
        </p:txBody>
      </p:sp>
      <p:sp>
        <p:nvSpPr>
          <p:cNvPr id="48" name="concept-answer">
            <a:extLst xmlns:a="http://schemas.openxmlformats.org/drawingml/2006/main">
              <a:ext uri="{FF2B5EF4-FFF2-40B4-BE49-F238E27FC236}">
                <a16:creationId xmlns:a16="http://schemas.microsoft.com/office/drawing/2014/main" id="{8A036ACC-2C15-4B0D-B024-D43BDA8F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3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Em que situação ele é útil?</a:t>
            </a:r>
          </a:p>
        </p:txBody>
      </p:sp>
      <p:sp>
        <p:nvSpPr>
          <p:cNvPr id="49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39E9C4A7-6207-492A-AD93-4B2B28F0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4648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0" name="concept-label">
            <a:extLst xmlns:a="http://schemas.openxmlformats.org/drawingml/2006/main">
              <a:ext uri="{FF2B5EF4-FFF2-40B4-BE49-F238E27FC236}">
                <a16:creationId xmlns:a16="http://schemas.microsoft.com/office/drawing/2014/main" id="{3038EDDC-CE55-4146-8BCC-98C36703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4A55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4A55FF"/>
                </a:solidFill>
                <a:latin typeface="Cascadia Mono"/>
                <a:ea typeface="Cascadia Mono"/>
                <a:cs typeface="Cascadia Mono"/>
              </a:rPr>
              <a:t>QUANDO NÃO USAR?</a:t>
            </a:r>
          </a:p>
        </p:txBody>
      </p:sp>
      <p:sp>
        <p:nvSpPr>
          <p:cNvPr id="51" name="concept-answer">
            <a:extLst xmlns:a="http://schemas.openxmlformats.org/drawingml/2006/main">
              <a:ext uri="{FF2B5EF4-FFF2-40B4-BE49-F238E27FC236}">
                <a16:creationId xmlns:a16="http://schemas.microsoft.com/office/drawing/2014/main" id="{3FF79120-B0DD-4E9D-9781-A4588CE9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3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Qual limite precisa aparecer?</a:t>
            </a:r>
          </a:p>
        </p:txBody>
      </p:sp>
    </p:spTree>
    <p:extLst>
      <p:ext uri="{BB962C8B-B14F-4D97-AF65-F5344CB8AC3E}">
        <p14:creationId xmlns:p14="http://schemas.microsoft.com/office/powerpoint/2010/main" val="11664050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rid-v">
            <a:extLst xmlns:a="http://schemas.openxmlformats.org/drawingml/2006/main">
              <a:ext uri="{FF2B5EF4-FFF2-40B4-BE49-F238E27FC236}">
                <a16:creationId xmlns:a16="http://schemas.microsoft.com/office/drawing/2014/main" id="{D690DFEC-CA92-40EA-8125-9BD9A079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66317C74-3ECD-469B-8C23-25AC9B94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35DAF51F-8D29-4189-A0E1-32460E00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11926D2C-F870-4C5F-9639-8AB29E60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6D85B410-986C-4085-9F9A-994E49C6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90A6716E-2B2F-4FF4-A781-64248F07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D5D2150E-B79B-4657-988F-7FE8217E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2F9E91B8-8DDE-4FB2-BB7D-99E4950D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FBFDF0C2-5CF2-444D-8B6C-00763814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A15E7EFB-CCA3-4E60-B24F-9F1BBBAE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E8E3F6F6-1AC0-4B39-8728-1C49DB52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6D49CE38-B04D-45DF-8717-AB922C78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FFA22125-9AA8-4EF4-BBF2-F937DE42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D73FE2F3-EED9-44CD-ADBC-DEDFF80A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7712BCF0-4A07-4D53-B196-6663578F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FBFBBA0C-D157-447D-8455-04C0A52A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347488C7-9132-4887-9140-B56C0A86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0E0778AD-8BAB-49A2-86B4-868A397A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54644581-0FCA-485D-8033-D08261B2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8D97F535-A19A-4527-8E00-BCCAD141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E8DF830A-1F4B-49CC-948C-BA60C2B4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B9DBA369-D8F5-4868-A24A-EFE09423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41BFA605-5495-4233-9037-DD959BEB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898B6812-B406-4EFE-8DCF-7A5CF8E1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EB6C7B80-A089-4CDC-A78E-F46D0101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FCBE029E-50F5-4EA7-9FA9-527A3066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58EC69B0-F081-45BE-A907-ACAD0539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735BAEA0-02BB-41EC-BAFA-EAA63C8C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87E72551-4564-4B1F-B86D-E1D1279C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87E32D0D-B3E3-4902-83BA-8B42CC6F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616EE0D1-9F72-44E9-95C8-4BCD5011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10301E3E-C3E6-4ABE-BE4E-E1A44183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0CC6817F-6D92-499B-864E-1DC95A0B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op-accent">
            <a:extLst xmlns:a="http://schemas.openxmlformats.org/drawingml/2006/main">
              <a:ext uri="{FF2B5EF4-FFF2-40B4-BE49-F238E27FC236}">
                <a16:creationId xmlns:a16="http://schemas.microsoft.com/office/drawing/2014/main" id="{155EA951-DA27-44B1-9CAF-A5F174C2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64ADDC7-4D4B-42CB-AEC0-55D10CE6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rPr>
              <a:t>CODE ZONE</a:t>
            </a:r>
          </a:p>
        </p:txBody>
      </p:sp>
      <p:sp>
        <p:nvSpPr>
          <p:cNvPr id="36" name="footer-mid">
            <a:extLst xmlns:a="http://schemas.openxmlformats.org/drawingml/2006/main">
              <a:ext uri="{FF2B5EF4-FFF2-40B4-BE49-F238E27FC236}">
                <a16:creationId xmlns:a16="http://schemas.microsoft.com/office/drawing/2014/main" id="{E3ECCCD3-4400-4892-8C9C-848AB06F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19850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rPr>
              <a:t>EXEMPLO CONCEITUAL</a:t>
            </a:r>
          </a:p>
        </p:txBody>
      </p:sp>
      <p:sp>
        <p:nvSpPr>
          <p:cNvPr id="3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3094244-799E-4693-ABB5-D58B586D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rPr>
              <a:t>TEMPLATE DE AULA</a:t>
            </a:r>
          </a:p>
        </p:txBody>
      </p:sp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944D84F8-CD60-4D0F-A9B2-06B5D6E8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rPr>
              <a:t>// ANTES DO CÓDIGO</a:t>
            </a:r>
          </a:p>
        </p:txBody>
      </p:sp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D00A4A-F527-4D9F-B82C-93818BF7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657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Exemplo conceitual</a:t>
            </a:r>
          </a:p>
        </p:txBody>
      </p:sp>
      <p:sp>
        <p:nvSpPr>
          <p:cNvPr id="40" name="analogy-copy">
            <a:extLst xmlns:a="http://schemas.openxmlformats.org/drawingml/2006/main">
              <a:ext uri="{FF2B5EF4-FFF2-40B4-BE49-F238E27FC236}">
                <a16:creationId xmlns:a16="http://schemas.microsoft.com/office/drawing/2014/main" id="{527FAA2C-F711-46D0-A382-657957AB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CFD3E6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CFD3E6"/>
                </a:solidFill>
                <a:latin typeface="Inter"/>
                <a:ea typeface="Inter"/>
                <a:cs typeface="Inter"/>
              </a:rPr>
              <a:t>Use uma analogia correta ou situação cotidiana para reduzir carga cognitiva antes da implementação.</a:t>
            </a:r>
          </a:p>
        </p:txBody>
      </p:sp>
      <p:sp>
        <p:nvSpPr>
          <p:cNvPr id="41" name="analogy-card">
            <a:extLst xmlns:a="http://schemas.openxmlformats.org/drawingml/2006/main">
              <a:ext uri="{FF2B5EF4-FFF2-40B4-BE49-F238E27FC236}">
                <a16:creationId xmlns:a16="http://schemas.microsoft.com/office/drawing/2014/main" id="{6A816787-D8B2-49CD-AEF5-A87AD4BE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41722">
              <a:alpha val="92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2" name="analogy-term">
            <a:extLst xmlns:a="http://schemas.openxmlformats.org/drawingml/2006/main">
              <a:ext uri="{FF2B5EF4-FFF2-40B4-BE49-F238E27FC236}">
                <a16:creationId xmlns:a16="http://schemas.microsoft.com/office/drawing/2014/main" id="{FC57B8CB-9C0B-4E60-81CB-0A19EDEE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Lista</a:t>
            </a:r>
          </a:p>
        </p:txBody>
      </p:sp>
      <p:sp>
        <p:nvSpPr>
          <p:cNvPr id="43" name="analogy-arrow">
            <a:extLst xmlns:a="http://schemas.openxmlformats.org/drawingml/2006/main">
              <a:ext uri="{FF2B5EF4-FFF2-40B4-BE49-F238E27FC236}">
                <a16:creationId xmlns:a16="http://schemas.microsoft.com/office/drawing/2014/main" id="{0847C58F-8FCB-4322-980F-4E1F87C8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4797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5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D8F13B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D8F13B"/>
                </a:solidFill>
                <a:latin typeface="Space Grotesk"/>
                <a:ea typeface="Space Grotesk"/>
                <a:cs typeface="Space Grotesk"/>
              </a:rPr>
              <a:t>→</a:t>
            </a:r>
          </a:p>
        </p:txBody>
      </p:sp>
      <p:sp>
        <p:nvSpPr>
          <p:cNvPr id="44" name="analogy-description">
            <a:extLst xmlns:a="http://schemas.openxmlformats.org/drawingml/2006/main">
              <a:ext uri="{FF2B5EF4-FFF2-40B4-BE49-F238E27FC236}">
                <a16:creationId xmlns:a16="http://schemas.microsoft.com/office/drawing/2014/main" id="{32B53782-25DC-4A1E-AD9B-4031109D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28925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0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CFD3E6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CFD3E6"/>
                </a:solidFill>
                <a:latin typeface="Inter"/>
                <a:ea typeface="Inter"/>
                <a:cs typeface="Inter"/>
              </a:rPr>
              <a:t>Fila ordenada de itens</a:t>
            </a:r>
          </a:p>
        </p:txBody>
      </p:sp>
      <p:sp>
        <p:nvSpPr>
          <p:cNvPr id="45" name="analogy-care">
            <a:extLst xmlns:a="http://schemas.openxmlformats.org/drawingml/2006/main">
              <a:ext uri="{FF2B5EF4-FFF2-40B4-BE49-F238E27FC236}">
                <a16:creationId xmlns:a16="http://schemas.microsoft.com/office/drawing/2014/main" id="{9E07A77B-2860-4B15-AE3D-2AA575EC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194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rPr>
              <a:t>Ordem importa</a:t>
            </a:r>
          </a:p>
        </p:txBody>
      </p:sp>
      <p:sp>
        <p:nvSpPr>
          <p:cNvPr id="46" name="analogy-card">
            <a:extLst xmlns:a="http://schemas.openxmlformats.org/drawingml/2006/main">
              <a:ext uri="{FF2B5EF4-FFF2-40B4-BE49-F238E27FC236}">
                <a16:creationId xmlns:a16="http://schemas.microsoft.com/office/drawing/2014/main" id="{6A497044-F5A5-4937-94E2-F8D2DF8A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289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41722">
              <a:alpha val="92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7" name="analogy-term">
            <a:extLst xmlns:a="http://schemas.openxmlformats.org/drawingml/2006/main">
              <a:ext uri="{FF2B5EF4-FFF2-40B4-BE49-F238E27FC236}">
                <a16:creationId xmlns:a16="http://schemas.microsoft.com/office/drawing/2014/main" id="{D4761B59-C6CA-40C9-B958-54B921DD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Dicionário</a:t>
            </a:r>
          </a:p>
        </p:txBody>
      </p:sp>
      <p:sp>
        <p:nvSpPr>
          <p:cNvPr id="48" name="analogy-arrow">
            <a:extLst xmlns:a="http://schemas.openxmlformats.org/drawingml/2006/main">
              <a:ext uri="{FF2B5EF4-FFF2-40B4-BE49-F238E27FC236}">
                <a16:creationId xmlns:a16="http://schemas.microsoft.com/office/drawing/2014/main" id="{AF1DE552-28DF-4A76-8E83-03779993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4797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5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D8F13B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D8F13B"/>
                </a:solidFill>
                <a:latin typeface="Space Grotesk"/>
                <a:ea typeface="Space Grotesk"/>
                <a:cs typeface="Space Grotesk"/>
              </a:rPr>
              <a:t>→</a:t>
            </a:r>
          </a:p>
        </p:txBody>
      </p:sp>
      <p:sp>
        <p:nvSpPr>
          <p:cNvPr id="49" name="analogy-description">
            <a:extLst xmlns:a="http://schemas.openxmlformats.org/drawingml/2006/main">
              <a:ext uri="{FF2B5EF4-FFF2-40B4-BE49-F238E27FC236}">
                <a16:creationId xmlns:a16="http://schemas.microsoft.com/office/drawing/2014/main" id="{92DAF8A0-18C5-45BE-B563-8CB753F6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28925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0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CFD3E6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CFD3E6"/>
                </a:solidFill>
                <a:latin typeface="Inter"/>
                <a:ea typeface="Inter"/>
                <a:cs typeface="Inter"/>
              </a:rPr>
              <a:t>Agenda por chave e valor</a:t>
            </a:r>
          </a:p>
        </p:txBody>
      </p:sp>
      <p:sp>
        <p:nvSpPr>
          <p:cNvPr id="50" name="analogy-care">
            <a:extLst xmlns:a="http://schemas.openxmlformats.org/drawingml/2006/main">
              <a:ext uri="{FF2B5EF4-FFF2-40B4-BE49-F238E27FC236}">
                <a16:creationId xmlns:a16="http://schemas.microsoft.com/office/drawing/2014/main" id="{BFC6B481-722C-4395-A1DA-93C04A07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194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rPr>
              <a:t>Chaves únicas</a:t>
            </a:r>
          </a:p>
        </p:txBody>
      </p:sp>
      <p:sp>
        <p:nvSpPr>
          <p:cNvPr id="51" name="analogy-card">
            <a:extLst xmlns:a="http://schemas.openxmlformats.org/drawingml/2006/main">
              <a:ext uri="{FF2B5EF4-FFF2-40B4-BE49-F238E27FC236}">
                <a16:creationId xmlns:a16="http://schemas.microsoft.com/office/drawing/2014/main" id="{303D546A-C5B4-42B6-A294-2689A322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41722">
              <a:alpha val="92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2" name="analogy-term">
            <a:extLst xmlns:a="http://schemas.openxmlformats.org/drawingml/2006/main">
              <a:ext uri="{FF2B5EF4-FFF2-40B4-BE49-F238E27FC236}">
                <a16:creationId xmlns:a16="http://schemas.microsoft.com/office/drawing/2014/main" id="{84C41261-AA44-4E16-A512-EE2ED716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Classe</a:t>
            </a:r>
          </a:p>
        </p:txBody>
      </p:sp>
      <p:sp>
        <p:nvSpPr>
          <p:cNvPr id="53" name="analogy-arrow">
            <a:extLst xmlns:a="http://schemas.openxmlformats.org/drawingml/2006/main">
              <a:ext uri="{FF2B5EF4-FFF2-40B4-BE49-F238E27FC236}">
                <a16:creationId xmlns:a16="http://schemas.microsoft.com/office/drawing/2014/main" id="{4BCA4F75-0B73-4314-8FC0-89B663E1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2005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5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D8F13B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D8F13B"/>
                </a:solidFill>
                <a:latin typeface="Space Grotesk"/>
                <a:ea typeface="Space Grotesk"/>
                <a:cs typeface="Space Grotesk"/>
              </a:rPr>
              <a:t>→</a:t>
            </a:r>
          </a:p>
        </p:txBody>
      </p:sp>
      <p:sp>
        <p:nvSpPr>
          <p:cNvPr id="54" name="analogy-description">
            <a:extLst xmlns:a="http://schemas.openxmlformats.org/drawingml/2006/main">
              <a:ext uri="{FF2B5EF4-FFF2-40B4-BE49-F238E27FC236}">
                <a16:creationId xmlns:a16="http://schemas.microsoft.com/office/drawing/2014/main" id="{314CA6D5-B095-4427-BD4A-505F7BDE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81475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0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CFD3E6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CFD3E6"/>
                </a:solidFill>
                <a:latin typeface="Inter"/>
                <a:ea typeface="Inter"/>
                <a:cs typeface="Inter"/>
              </a:rPr>
              <a:t>Planta de uma casa</a:t>
            </a:r>
          </a:p>
        </p:txBody>
      </p:sp>
      <p:sp>
        <p:nvSpPr>
          <p:cNvPr id="55" name="analogy-care">
            <a:extLst xmlns:a="http://schemas.openxmlformats.org/drawingml/2006/main">
              <a:ext uri="{FF2B5EF4-FFF2-40B4-BE49-F238E27FC236}">
                <a16:creationId xmlns:a16="http://schemas.microsoft.com/office/drawing/2014/main" id="{6E8876DF-F936-4CBB-8D27-91F9CC18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720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rPr>
              <a:t>Molde, não objeto</a:t>
            </a:r>
          </a:p>
        </p:txBody>
      </p:sp>
      <p:sp>
        <p:nvSpPr>
          <p:cNvPr id="56" name="analogy-card">
            <a:extLst xmlns:a="http://schemas.openxmlformats.org/drawingml/2006/main">
              <a:ext uri="{FF2B5EF4-FFF2-40B4-BE49-F238E27FC236}">
                <a16:creationId xmlns:a16="http://schemas.microsoft.com/office/drawing/2014/main" id="{889FDE24-E675-4607-B40F-91790199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81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41722">
              <a:alpha val="92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7" name="analogy-term">
            <a:extLst xmlns:a="http://schemas.openxmlformats.org/drawingml/2006/main">
              <a:ext uri="{FF2B5EF4-FFF2-40B4-BE49-F238E27FC236}">
                <a16:creationId xmlns:a16="http://schemas.microsoft.com/office/drawing/2014/main" id="{D0950B51-8867-43A0-B851-200FD4C4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100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Modelo</a:t>
            </a:r>
          </a:p>
        </p:txBody>
      </p:sp>
      <p:sp>
        <p:nvSpPr>
          <p:cNvPr id="58" name="analogy-arrow">
            <a:extLst xmlns:a="http://schemas.openxmlformats.org/drawingml/2006/main">
              <a:ext uri="{FF2B5EF4-FFF2-40B4-BE49-F238E27FC236}">
                <a16:creationId xmlns:a16="http://schemas.microsoft.com/office/drawing/2014/main" id="{E795CD25-152E-4E91-9880-9808B7F8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005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5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D8F13B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D8F13B"/>
                </a:solidFill>
                <a:latin typeface="Space Grotesk"/>
                <a:ea typeface="Space Grotesk"/>
                <a:cs typeface="Space Grotesk"/>
              </a:rPr>
              <a:t>→</a:t>
            </a:r>
          </a:p>
        </p:txBody>
      </p:sp>
      <p:sp>
        <p:nvSpPr>
          <p:cNvPr id="59" name="analogy-description">
            <a:extLst xmlns:a="http://schemas.openxmlformats.org/drawingml/2006/main">
              <a:ext uri="{FF2B5EF4-FFF2-40B4-BE49-F238E27FC236}">
                <a16:creationId xmlns:a16="http://schemas.microsoft.com/office/drawing/2014/main" id="{5B8F8486-4932-40F5-A224-BF33529F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81475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0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CFD3E6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CFD3E6"/>
                </a:solidFill>
                <a:latin typeface="Inter"/>
                <a:ea typeface="Inter"/>
                <a:cs typeface="Inter"/>
              </a:rPr>
              <a:t>Regra que aprende padrões</a:t>
            </a:r>
          </a:p>
        </p:txBody>
      </p:sp>
      <p:sp>
        <p:nvSpPr>
          <p:cNvPr id="60" name="analogy-care">
            <a:extLst xmlns:a="http://schemas.openxmlformats.org/drawingml/2006/main">
              <a:ext uri="{FF2B5EF4-FFF2-40B4-BE49-F238E27FC236}">
                <a16:creationId xmlns:a16="http://schemas.microsoft.com/office/drawing/2014/main" id="{7019E5FC-29EF-4D09-BD44-6A50B97E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720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rPr>
              <a:t>Não prova causalidade</a:t>
            </a:r>
          </a:p>
        </p:txBody>
      </p:sp>
    </p:spTree>
    <p:extLst>
      <p:ext uri="{BB962C8B-B14F-4D97-AF65-F5344CB8AC3E}">
        <p14:creationId xmlns:p14="http://schemas.microsoft.com/office/powerpoint/2010/main" val="4731763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rid-v">
            <a:extLst xmlns:a="http://schemas.openxmlformats.org/drawingml/2006/main">
              <a:ext uri="{FF2B5EF4-FFF2-40B4-BE49-F238E27FC236}">
                <a16:creationId xmlns:a16="http://schemas.microsoft.com/office/drawing/2014/main" id="{1A29A14D-8EC5-4251-A6E6-A2CA5EC1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4C1307DD-F46E-4C23-9C94-7A3F92E9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55EAB91A-7EB3-48D3-B41C-113C9E4F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5C6FDFB5-40CE-4DE0-B553-1B67613E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B748A410-107C-4453-B2B9-1DAA294C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9A82DDA9-960A-459A-BF60-F3066F25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576CF0A6-BDDB-4246-8D98-2A4FCB90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7BE12744-F0E6-4DE6-8436-CE3D32C0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95D80F4C-BB8A-4C41-A8DA-E8CE943F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EC2C96B2-5F79-424F-85B4-5953A02B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06C2FD6C-1FE0-4B1B-A4FF-9984051A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9CC18662-2F9D-4B22-948B-7CB3421E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D4C4C4F9-D811-4F75-AC28-62BC4ED6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99FDC155-B9EA-418B-80E5-44CDD4C7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E738E6FA-2DE2-4A5F-AA03-137E99CC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B7292C9C-617F-4716-BE40-13B182BE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76AEB6A6-24F5-4576-AF65-FD71EB02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E29FC596-C897-4EF5-AB2C-7EE71F26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81707685-B020-46C4-B333-8810E44C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5CFF6516-E756-427C-AEF5-94B82E1C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E1322E24-544B-48FC-AB4B-456E12D1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75CA95A9-656F-4C8C-AC90-33B97B90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0748D9B9-373C-4793-8ED9-5A03D726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85A393C3-001F-4E85-8049-5E9E6E93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0F855B30-0085-49ED-84FA-ED90DD5D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27DB7775-CA39-472D-B762-49375BED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6C8059C8-663F-4790-9853-FD09E72D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93A98FBE-81F6-4E33-8044-3F03500F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FB85154F-4D5B-477F-87AF-A3D66289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0D4AF028-433B-4C15-8DDE-C746D515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D21D1DF0-CE3B-44BF-A7F7-7F5C838B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2B79BC0D-1439-4C77-951F-465A16A6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325488CC-E557-42F0-B0E7-17EA2834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op-accent">
            <a:extLst xmlns:a="http://schemas.openxmlformats.org/drawingml/2006/main">
              <a:ext uri="{FF2B5EF4-FFF2-40B4-BE49-F238E27FC236}">
                <a16:creationId xmlns:a16="http://schemas.microsoft.com/office/drawing/2014/main" id="{1EBA51E9-17F1-406D-B7A3-DBB45C82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1B4A7B3-A2F6-442A-980D-A5F8D79A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CODE ZONE</a:t>
            </a:r>
          </a:p>
        </p:txBody>
      </p:sp>
      <p:sp>
        <p:nvSpPr>
          <p:cNvPr id="36" name="footer-mid">
            <a:extLst xmlns:a="http://schemas.openxmlformats.org/drawingml/2006/main">
              <a:ext uri="{FF2B5EF4-FFF2-40B4-BE49-F238E27FC236}">
                <a16:creationId xmlns:a16="http://schemas.microsoft.com/office/drawing/2014/main" id="{084C27C4-3ADA-4852-ABD5-5C4647BD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19850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EXEMPLO VISUAL</a:t>
            </a:r>
          </a:p>
        </p:txBody>
      </p:sp>
      <p:sp>
        <p:nvSpPr>
          <p:cNvPr id="3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088240E-C711-4D3E-908C-9360B162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TEMPLATE DE AULA</a:t>
            </a:r>
          </a:p>
        </p:txBody>
      </p:sp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07DA6102-32C2-4A50-9820-886F4CC9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// FLUXO, MATRIZ, TABELA OU ARQUITETURA</a:t>
            </a:r>
          </a:p>
        </p:txBody>
      </p:sp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803D02-BC7C-4B60-AB08-F36E5457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14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Exemplo visual</a:t>
            </a:r>
          </a:p>
        </p:txBody>
      </p:sp>
      <p:sp>
        <p:nvSpPr>
          <p:cNvPr id="40" name="visual-copy">
            <a:extLst xmlns:a="http://schemas.openxmlformats.org/drawingml/2006/main">
              <a:ext uri="{FF2B5EF4-FFF2-40B4-BE49-F238E27FC236}">
                <a16:creationId xmlns:a16="http://schemas.microsoft.com/office/drawing/2014/main" id="{593762CF-AD27-4578-96A2-39F14FF1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Mostre a estrutura do raciocínio antes de mergulhar no detalhe.</a:t>
            </a:r>
          </a:p>
        </p:txBody>
      </p:sp>
      <p:sp>
        <p:nvSpPr>
          <p:cNvPr id="41" name="flow-step">
            <a:extLst xmlns:a="http://schemas.openxmlformats.org/drawingml/2006/main">
              <a:ext uri="{FF2B5EF4-FFF2-40B4-BE49-F238E27FC236}">
                <a16:creationId xmlns:a16="http://schemas.microsoft.com/office/drawing/2014/main" id="{BE097621-AD57-4A39-B73B-EBA203B6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2" name="flow-index">
            <a:extLst xmlns:a="http://schemas.openxmlformats.org/drawingml/2006/main">
              <a:ext uri="{FF2B5EF4-FFF2-40B4-BE49-F238E27FC236}">
                <a16:creationId xmlns:a16="http://schemas.microsoft.com/office/drawing/2014/main" id="{5C07382C-C34A-45F8-A9A2-682CDBA6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146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3" name="flow-label">
            <a:extLst xmlns:a="http://schemas.openxmlformats.org/drawingml/2006/main">
              <a:ext uri="{FF2B5EF4-FFF2-40B4-BE49-F238E27FC236}">
                <a16:creationId xmlns:a16="http://schemas.microsoft.com/office/drawing/2014/main" id="{B2A25821-E865-43DD-8E6A-320598B0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Dado bruto</a:t>
            </a:r>
          </a:p>
        </p:txBody>
      </p:sp>
      <p:sp>
        <p:nvSpPr>
          <p:cNvPr id="44" name="arrow">
            <a:extLst xmlns:a="http://schemas.openxmlformats.org/drawingml/2006/main">
              <a:ext uri="{FF2B5EF4-FFF2-40B4-BE49-F238E27FC236}">
                <a16:creationId xmlns:a16="http://schemas.microsoft.com/office/drawing/2014/main" id="{5F9F6D08-341E-4C48-A78A-1F4FE591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909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36D7"/>
            </a:solidFill>
            <a:prstDash val="solid"/>
          </a:ln>
        </p:spPr>
      </p:sp>
      <p:sp>
        <p:nvSpPr>
          <p:cNvPr id="45" name="flow-step">
            <a:extLst xmlns:a="http://schemas.openxmlformats.org/drawingml/2006/main">
              <a:ext uri="{FF2B5EF4-FFF2-40B4-BE49-F238E27FC236}">
                <a16:creationId xmlns:a16="http://schemas.microsoft.com/office/drawing/2014/main" id="{54277C07-1EF3-48D0-AB35-BBF237FD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5275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5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6" name="flow-index">
            <a:extLst xmlns:a="http://schemas.openxmlformats.org/drawingml/2006/main">
              <a:ext uri="{FF2B5EF4-FFF2-40B4-BE49-F238E27FC236}">
                <a16:creationId xmlns:a16="http://schemas.microsoft.com/office/drawing/2014/main" id="{E14D8467-BB10-4A2C-9B12-D7E740B3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146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47" name="flow-label">
            <a:extLst xmlns:a="http://schemas.openxmlformats.org/drawingml/2006/main">
              <a:ext uri="{FF2B5EF4-FFF2-40B4-BE49-F238E27FC236}">
                <a16:creationId xmlns:a16="http://schemas.microsoft.com/office/drawing/2014/main" id="{4EC8990C-A84E-40EC-8C5F-371AB60C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718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Validação</a:t>
            </a:r>
          </a:p>
        </p:txBody>
      </p:sp>
      <p:sp>
        <p:nvSpPr>
          <p:cNvPr id="48" name="arrow">
            <a:extLst xmlns:a="http://schemas.openxmlformats.org/drawingml/2006/main">
              <a:ext uri="{FF2B5EF4-FFF2-40B4-BE49-F238E27FC236}">
                <a16:creationId xmlns:a16="http://schemas.microsoft.com/office/drawing/2014/main" id="{AB516A85-9546-4E7D-95AA-C9D07339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3909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36D7"/>
            </a:solidFill>
            <a:prstDash val="solid"/>
          </a:ln>
        </p:spPr>
      </p:sp>
      <p:sp>
        <p:nvSpPr>
          <p:cNvPr id="49" name="flow-step">
            <a:extLst xmlns:a="http://schemas.openxmlformats.org/drawingml/2006/main">
              <a:ext uri="{FF2B5EF4-FFF2-40B4-BE49-F238E27FC236}">
                <a16:creationId xmlns:a16="http://schemas.microsoft.com/office/drawing/2014/main" id="{DE2BD72A-9478-4F9E-AB78-7F632955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8FC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0" name="flow-index">
            <a:extLst xmlns:a="http://schemas.openxmlformats.org/drawingml/2006/main">
              <a:ext uri="{FF2B5EF4-FFF2-40B4-BE49-F238E27FC236}">
                <a16:creationId xmlns:a16="http://schemas.microsoft.com/office/drawing/2014/main" id="{4ACED057-1EF0-4592-8383-7490000E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146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1" name="flow-label">
            <a:extLst xmlns:a="http://schemas.openxmlformats.org/drawingml/2006/main">
              <a:ext uri="{FF2B5EF4-FFF2-40B4-BE49-F238E27FC236}">
                <a16:creationId xmlns:a16="http://schemas.microsoft.com/office/drawing/2014/main" id="{FFE7EEDC-654A-497E-825B-582FCCA1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Transformação</a:t>
            </a:r>
          </a:p>
        </p:txBody>
      </p:sp>
      <p:sp>
        <p:nvSpPr>
          <p:cNvPr id="52" name="arrow">
            <a:extLst xmlns:a="http://schemas.openxmlformats.org/drawingml/2006/main">
              <a:ext uri="{FF2B5EF4-FFF2-40B4-BE49-F238E27FC236}">
                <a16:creationId xmlns:a16="http://schemas.microsoft.com/office/drawing/2014/main" id="{ED4C34AA-AE40-461E-97EB-2ABBC924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909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36D7"/>
            </a:solidFill>
            <a:prstDash val="solid"/>
          </a:ln>
        </p:spPr>
      </p:sp>
      <p:sp>
        <p:nvSpPr>
          <p:cNvPr id="53" name="flow-step">
            <a:extLst xmlns:a="http://schemas.openxmlformats.org/drawingml/2006/main">
              <a:ext uri="{FF2B5EF4-FFF2-40B4-BE49-F238E27FC236}">
                <a16:creationId xmlns:a16="http://schemas.microsoft.com/office/drawing/2014/main" id="{45929FE9-1DA9-4759-BFC9-096621F5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5275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FAC8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4" name="flow-index">
            <a:extLst xmlns:a="http://schemas.openxmlformats.org/drawingml/2006/main">
              <a:ext uri="{FF2B5EF4-FFF2-40B4-BE49-F238E27FC236}">
                <a16:creationId xmlns:a16="http://schemas.microsoft.com/office/drawing/2014/main" id="{BED40246-CEB0-434D-AB0F-33B889CE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146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5" name="flow-label">
            <a:extLst xmlns:a="http://schemas.openxmlformats.org/drawingml/2006/main">
              <a:ext uri="{FF2B5EF4-FFF2-40B4-BE49-F238E27FC236}">
                <a16:creationId xmlns:a16="http://schemas.microsoft.com/office/drawing/2014/main" id="{863E989F-83E5-4DA1-935E-CB7369E7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718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Resultado</a:t>
            </a:r>
          </a:p>
        </p:txBody>
      </p:sp>
      <p:sp>
        <p:nvSpPr>
          <p:cNvPr id="56" name="visual-guidance">
            <a:extLst xmlns:a="http://schemas.openxmlformats.org/drawingml/2006/main">
              <a:ext uri="{FF2B5EF4-FFF2-40B4-BE49-F238E27FC236}">
                <a16:creationId xmlns:a16="http://schemas.microsoft.com/office/drawing/2014/main" id="{1C8F24DE-3553-444A-8FD9-BF836692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38700"/>
            <a:ext cx="7810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0F1A"/>
          </a:solidFill>
          <a:ln xmlns:a="http://schemas.openxmlformats.org/drawingml/2006/main" w="9525">
            <a:solidFill>
              <a:srgbClr val="0D0F1A"/>
            </a:solidFill>
            <a:prstDash val="solid"/>
          </a:ln>
        </p:spPr>
      </p:sp>
      <p:sp>
        <p:nvSpPr>
          <p:cNvPr id="57" name="visual-guidance-text">
            <a:extLst xmlns:a="http://schemas.openxmlformats.org/drawingml/2006/main">
              <a:ext uri="{FF2B5EF4-FFF2-40B4-BE49-F238E27FC236}">
                <a16:creationId xmlns:a16="http://schemas.microsoft.com/office/drawing/2014/main" id="{68ED5AB3-C09B-479B-99EC-6D6C6ADA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0101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21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rPr>
              <a:t>Substitua por um diagrama simples: fluxo, tabela, matriz, linha do tempo, grafo ou arquitetura.</a:t>
            </a:r>
          </a:p>
        </p:txBody>
      </p:sp>
    </p:spTree>
    <p:extLst>
      <p:ext uri="{BB962C8B-B14F-4D97-AF65-F5344CB8AC3E}">
        <p14:creationId xmlns:p14="http://schemas.microsoft.com/office/powerpoint/2010/main" val="14127408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rid-v">
            <a:extLst xmlns:a="http://schemas.openxmlformats.org/drawingml/2006/main">
              <a:ext uri="{FF2B5EF4-FFF2-40B4-BE49-F238E27FC236}">
                <a16:creationId xmlns:a16="http://schemas.microsoft.com/office/drawing/2014/main" id="{82A214F4-E21B-4491-A59C-91A219B6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C5E4A017-37B3-4134-847A-56B51B4F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6A3DA33C-2913-44FA-ADE4-B9F4590A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B620FEC9-7C34-4DE4-847F-EE0D2571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A6838F16-7C53-4A93-A4AC-5C179BB7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D8C7678E-D695-4E69-AA47-6820E559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A03CE242-B860-42FF-BD8D-9FAF54AC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C013BEBE-4972-4190-BE53-B10C070E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48103248-5C94-4D43-95F9-660BAE32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3C5EE442-F214-41FA-B60F-75B6F0E1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E2FFF5B0-ED1D-4658-B4CB-0D4A001B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F8A3E1EE-5EA1-46D3-B897-59F53B4B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1D744514-0C07-444A-99F1-08127DD7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020EA710-C5FC-4AA3-8D67-03C7FA67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8AC46BFD-97DF-4F4A-9C70-C13FA6C5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0B6F844E-7AD0-448A-B0EB-73F5B5AD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6F2AE23E-05C3-4DD8-ADE9-E4000982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7B2AF2E7-E39C-4258-9A74-E2B70ED6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6FF3E536-AA72-4947-AD7B-B8F7B212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E2731D74-E01C-4C33-9256-165ECFDE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6AFBE7E8-D713-4D02-BA97-0AC10AE9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AD87A0F8-19BC-4AAD-8061-994C988E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1DFE7301-4B16-468B-8DAF-43997A13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E32452B7-D40E-4C2D-BE26-C01B963B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7CA6574F-839B-40AE-BE73-A9928D19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D44BB596-18C4-401E-8F22-7C414502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4F7CD37C-3435-4431-B8C6-91F0A5D7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E5F4327C-AC31-4DA5-A355-C8D31C73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9890D7B1-3847-4A0D-B964-A86250D3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B042F950-8094-42D8-8015-CD53BB5C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62EF5860-0F15-4FA2-AF22-40976031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C67F07EE-CC2F-47F3-98E0-EAE27034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E8B3C873-9B10-42E4-8AC7-0F0DFC78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op-accent">
            <a:extLst xmlns:a="http://schemas.openxmlformats.org/drawingml/2006/main">
              <a:ext uri="{FF2B5EF4-FFF2-40B4-BE49-F238E27FC236}">
                <a16:creationId xmlns:a16="http://schemas.microsoft.com/office/drawing/2014/main" id="{56AE008A-7D62-4DDB-BBAB-85DC5FAE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1315713-5E04-424F-B7A8-9DB844A1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CODE ZONE</a:t>
            </a:r>
          </a:p>
        </p:txBody>
      </p:sp>
      <p:sp>
        <p:nvSpPr>
          <p:cNvPr id="36" name="footer-mid">
            <a:extLst xmlns:a="http://schemas.openxmlformats.org/drawingml/2006/main">
              <a:ext uri="{FF2B5EF4-FFF2-40B4-BE49-F238E27FC236}">
                <a16:creationId xmlns:a16="http://schemas.microsoft.com/office/drawing/2014/main" id="{C54C76D4-DD81-43D8-841A-682FDCC6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19850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EXEMPLO RESOLVIDO</a:t>
            </a:r>
          </a:p>
        </p:txBody>
      </p:sp>
      <p:sp>
        <p:nvSpPr>
          <p:cNvPr id="3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25D98A9-83B2-4086-94D0-93C2E4C9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TEMPLATE DE AULA</a:t>
            </a:r>
          </a:p>
        </p:txBody>
      </p:sp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07FC35C0-ACDB-4F08-BBFD-2C834D28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// WORKED EXAMPLE</a:t>
            </a:r>
          </a:p>
        </p:txBody>
      </p:sp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4D9A01-210B-48A7-9055-90E278BA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Exemplo resolvido</a:t>
            </a:r>
          </a:p>
        </p:txBody>
      </p:sp>
      <p:sp>
        <p:nvSpPr>
          <p:cNvPr id="40" name="problem-box">
            <a:extLst xmlns:a="http://schemas.openxmlformats.org/drawingml/2006/main">
              <a:ext uri="{FF2B5EF4-FFF2-40B4-BE49-F238E27FC236}">
                <a16:creationId xmlns:a16="http://schemas.microsoft.com/office/drawing/2014/main" id="{04DCDC10-EC3A-462A-9417-F5918479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28625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1" name="problem-label">
            <a:extLst xmlns:a="http://schemas.openxmlformats.org/drawingml/2006/main">
              <a:ext uri="{FF2B5EF4-FFF2-40B4-BE49-F238E27FC236}">
                <a16:creationId xmlns:a16="http://schemas.microsoft.com/office/drawing/2014/main" id="{94EF84A9-C6BD-4DA0-8755-E64158E7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PROBLEMA</a:t>
            </a:r>
          </a:p>
        </p:txBody>
      </p:sp>
      <p:sp>
        <p:nvSpPr>
          <p:cNvPr id="42" name="problem-text">
            <a:extLst xmlns:a="http://schemas.openxmlformats.org/drawingml/2006/main">
              <a:ext uri="{FF2B5EF4-FFF2-40B4-BE49-F238E27FC236}">
                <a16:creationId xmlns:a16="http://schemas.microsoft.com/office/drawing/2014/main" id="{F34E3197-A168-4986-8BAC-85A98BBC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7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22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Descreva a entrada, a meta e a decisão que precisa ser tomada.</a:t>
            </a:r>
          </a:p>
        </p:txBody>
      </p:sp>
      <p:sp>
        <p:nvSpPr>
          <p:cNvPr id="43" name="problem-note">
            <a:extLst xmlns:a="http://schemas.openxmlformats.org/drawingml/2006/main">
              <a:ext uri="{FF2B5EF4-FFF2-40B4-BE49-F238E27FC236}">
                <a16:creationId xmlns:a16="http://schemas.microsoft.com/office/drawing/2014/main" id="{14513AFB-27E1-4B18-8311-68ADA848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5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Não mostre apenas a solução. Explique cada decisão.</a:t>
            </a:r>
          </a:p>
        </p:txBody>
      </p:sp>
      <p:sp>
        <p:nvSpPr>
          <p:cNvPr id="44" name="worked-row">
            <a:extLst xmlns:a="http://schemas.openxmlformats.org/drawingml/2006/main">
              <a:ext uri="{FF2B5EF4-FFF2-40B4-BE49-F238E27FC236}">
                <a16:creationId xmlns:a16="http://schemas.microsoft.com/office/drawing/2014/main" id="{38DBC503-0B03-499D-90D9-42BA5339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81200"/>
            <a:ext cx="5334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5" name="worked-num">
            <a:extLst xmlns:a="http://schemas.openxmlformats.org/drawingml/2006/main">
              <a:ext uri="{FF2B5EF4-FFF2-40B4-BE49-F238E27FC236}">
                <a16:creationId xmlns:a16="http://schemas.microsoft.com/office/drawing/2014/main" id="{218A604C-2773-402D-817D-D4F1C01E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6" name="worked-title">
            <a:extLst xmlns:a="http://schemas.openxmlformats.org/drawingml/2006/main">
              <a:ext uri="{FF2B5EF4-FFF2-40B4-BE49-F238E27FC236}">
                <a16:creationId xmlns:a16="http://schemas.microsoft.com/office/drawing/2014/main" id="{1FBE1CCB-3895-4275-8322-F6D8E997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526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5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Entrada</a:t>
            </a:r>
          </a:p>
        </p:txBody>
      </p:sp>
      <p:sp>
        <p:nvSpPr>
          <p:cNvPr id="47" name="worked-copy">
            <a:extLst xmlns:a="http://schemas.openxmlformats.org/drawingml/2006/main">
              <a:ext uri="{FF2B5EF4-FFF2-40B4-BE49-F238E27FC236}">
                <a16:creationId xmlns:a16="http://schemas.microsoft.com/office/drawing/2014/main" id="{403713A9-07F9-4C0A-AC93-F151BB67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38400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8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Quais dados, parâmetros ou premissas entram?</a:t>
            </a:r>
          </a:p>
        </p:txBody>
      </p:sp>
      <p:sp>
        <p:nvSpPr>
          <p:cNvPr id="48" name="worked-row">
            <a:extLst xmlns:a="http://schemas.openxmlformats.org/drawingml/2006/main">
              <a:ext uri="{FF2B5EF4-FFF2-40B4-BE49-F238E27FC236}">
                <a16:creationId xmlns:a16="http://schemas.microsoft.com/office/drawing/2014/main" id="{D192D861-D491-45B9-8111-C10C89D9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71800"/>
            <a:ext cx="5334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9" name="worked-num">
            <a:extLst xmlns:a="http://schemas.openxmlformats.org/drawingml/2006/main">
              <a:ext uri="{FF2B5EF4-FFF2-40B4-BE49-F238E27FC236}">
                <a16:creationId xmlns:a16="http://schemas.microsoft.com/office/drawing/2014/main" id="{52500A30-7950-4FE7-BB87-84D9564A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00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50" name="worked-title">
            <a:extLst xmlns:a="http://schemas.openxmlformats.org/drawingml/2006/main">
              <a:ext uri="{FF2B5EF4-FFF2-40B4-BE49-F238E27FC236}">
                <a16:creationId xmlns:a16="http://schemas.microsoft.com/office/drawing/2014/main" id="{BD486413-6E27-4CD5-9C8C-C1295CFA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432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5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Processo</a:t>
            </a:r>
          </a:p>
        </p:txBody>
      </p:sp>
      <p:sp>
        <p:nvSpPr>
          <p:cNvPr id="51" name="worked-copy">
            <a:extLst xmlns:a="http://schemas.openxmlformats.org/drawingml/2006/main">
              <a:ext uri="{FF2B5EF4-FFF2-40B4-BE49-F238E27FC236}">
                <a16:creationId xmlns:a16="http://schemas.microsoft.com/office/drawing/2014/main" id="{676A4935-FDE1-4AB1-9D41-7363E3D9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29000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8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Qual regra, função, modelo ou algoritmo será usado?</a:t>
            </a:r>
          </a:p>
        </p:txBody>
      </p:sp>
      <p:sp>
        <p:nvSpPr>
          <p:cNvPr id="52" name="worked-row">
            <a:extLst xmlns:a="http://schemas.openxmlformats.org/drawingml/2006/main">
              <a:ext uri="{FF2B5EF4-FFF2-40B4-BE49-F238E27FC236}">
                <a16:creationId xmlns:a16="http://schemas.microsoft.com/office/drawing/2014/main" id="{836D5BC5-5926-4E50-A88B-8E1750B0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62400"/>
            <a:ext cx="5334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3" name="worked-num">
            <a:extLst xmlns:a="http://schemas.openxmlformats.org/drawingml/2006/main">
              <a:ext uri="{FF2B5EF4-FFF2-40B4-BE49-F238E27FC236}">
                <a16:creationId xmlns:a16="http://schemas.microsoft.com/office/drawing/2014/main" id="{F0D53C6A-1CED-4B43-A208-635CB6C8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91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4" name="worked-title">
            <a:extLst xmlns:a="http://schemas.openxmlformats.org/drawingml/2006/main">
              <a:ext uri="{FF2B5EF4-FFF2-40B4-BE49-F238E27FC236}">
                <a16:creationId xmlns:a16="http://schemas.microsoft.com/office/drawing/2014/main" id="{D7E40A4A-33BB-480E-8042-CEF969EB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338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5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Saída</a:t>
            </a:r>
          </a:p>
        </p:txBody>
      </p:sp>
      <p:sp>
        <p:nvSpPr>
          <p:cNvPr id="55" name="worked-copy">
            <a:extLst xmlns:a="http://schemas.openxmlformats.org/drawingml/2006/main">
              <a:ext uri="{FF2B5EF4-FFF2-40B4-BE49-F238E27FC236}">
                <a16:creationId xmlns:a16="http://schemas.microsoft.com/office/drawing/2014/main" id="{8E9249BA-D68D-4A20-84D9-B786947F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19600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8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O que deve ser observado no resultado?</a:t>
            </a:r>
          </a:p>
        </p:txBody>
      </p:sp>
    </p:spTree>
    <p:extLst>
      <p:ext uri="{BB962C8B-B14F-4D97-AF65-F5344CB8AC3E}">
        <p14:creationId xmlns:p14="http://schemas.microsoft.com/office/powerpoint/2010/main" val="2250648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rid-v">
            <a:extLst xmlns:a="http://schemas.openxmlformats.org/drawingml/2006/main">
              <a:ext uri="{FF2B5EF4-FFF2-40B4-BE49-F238E27FC236}">
                <a16:creationId xmlns:a16="http://schemas.microsoft.com/office/drawing/2014/main" id="{F1A6A0B9-D79E-4514-A2EA-3C9E4A3F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14AFEC34-43DA-4201-8A52-A8042154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DDE00774-3261-46D5-ADE4-20554EB6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86B4B874-A4B6-48C7-9BA0-1A5C3D90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94E81475-320B-40A0-AE10-DD38AF1A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EFEA8DAB-D845-4F7F-ADA0-1F9FB7DD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DB93CBC1-3A05-416F-8D71-32D47182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05812209-249D-4DB2-8AB4-BE592DF8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277BEB6D-F61B-4C13-9827-EFE1FC9E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60546404-71BB-4CEC-98AB-C325E506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D0E34A56-A779-4749-97BF-68CDCC83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0D18E16B-F317-474F-9714-A1A88EDE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84BCD56F-0193-47FF-90FD-670C615D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2A2645B4-3819-43AB-B3D5-D407B432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FFD088F2-2B7F-407D-8E67-5AE895D1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C4DAC013-4932-4598-BB99-0260030A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86A6F80B-73A4-4741-A8BB-705A22AB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9507C8F7-3B06-47C1-BCD5-2346C75B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39084382-693A-44BF-B716-08C07FE6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C3143A48-3B9D-4853-9296-FE5585DE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051C7BE1-C1DC-4163-B021-3075FABB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68F8A5EC-3107-4E92-B7C9-D27306DC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394F02FD-5543-4278-A99C-0E00DDA9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B0BD3DE4-7235-48A8-8216-46CD0312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E3AD3BCC-707B-478F-B5B3-B75F07F0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450CA487-8A74-4344-9F2A-CAC69865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E4C1836C-592F-4B24-9E33-328C53BB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4F0D104C-0783-4B87-A9CE-E3817934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8CE45962-84F9-464F-9085-DE4FADE9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94883906-BB65-45F7-906A-DB9F6446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69AE8FD8-AE32-403A-8CCD-C6722316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A74D0E48-9F4B-4595-931E-DEF5D705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7B1FA8E8-0A94-4A82-A178-D97A06D0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op-accent">
            <a:extLst xmlns:a="http://schemas.openxmlformats.org/drawingml/2006/main">
              <a:ext uri="{FF2B5EF4-FFF2-40B4-BE49-F238E27FC236}">
                <a16:creationId xmlns:a16="http://schemas.microsoft.com/office/drawing/2014/main" id="{2358B9B6-3055-458B-AC38-86E34AB9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177C88E-EEB0-45EE-90CE-594C42E7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rPr>
              <a:t>CODE ZONE</a:t>
            </a:r>
          </a:p>
        </p:txBody>
      </p:sp>
      <p:sp>
        <p:nvSpPr>
          <p:cNvPr id="36" name="footer-mid">
            <a:extLst xmlns:a="http://schemas.openxmlformats.org/drawingml/2006/main">
              <a:ext uri="{FF2B5EF4-FFF2-40B4-BE49-F238E27FC236}">
                <a16:creationId xmlns:a16="http://schemas.microsoft.com/office/drawing/2014/main" id="{34A1E750-B08B-44BD-AD7E-BF74755A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19850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rPr>
              <a:t>CÓDIGO COMENTADO</a:t>
            </a:r>
          </a:p>
        </p:txBody>
      </p:sp>
      <p:sp>
        <p:nvSpPr>
          <p:cNvPr id="3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53C23AD-4FCE-4EE4-A595-65831315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rPr>
              <a:t>TEMPLATE DE AULA</a:t>
            </a:r>
          </a:p>
        </p:txBody>
      </p:sp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5AFCD237-1006-4265-88CD-E20FFF0F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rPr>
              <a:t>// IMPLEMENTAÇÃO MÍNIMA</a:t>
            </a:r>
          </a:p>
        </p:txBody>
      </p:sp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1DC808-8791-4E3F-9AF5-F1E0A5AA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609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Código comentado</a:t>
            </a:r>
          </a:p>
        </p:txBody>
      </p:sp>
      <p:sp>
        <p:nvSpPr>
          <p:cNvPr id="40" name="code-copy">
            <a:extLst xmlns:a="http://schemas.openxmlformats.org/drawingml/2006/main">
              <a:ext uri="{FF2B5EF4-FFF2-40B4-BE49-F238E27FC236}">
                <a16:creationId xmlns:a16="http://schemas.microsoft.com/office/drawing/2014/main" id="{23D64727-BB09-48DA-B13C-3C7CC784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9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CFD3E6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CFD3E6"/>
                </a:solidFill>
                <a:latin typeface="Inter"/>
                <a:ea typeface="Inter"/>
                <a:cs typeface="Inter"/>
              </a:rPr>
              <a:t>Mostre blocos pequenos. Cada bloco deve deixar explícitos objetivo, entrada, saída e armadilhas comuns.</a:t>
            </a:r>
          </a:p>
        </p:txBody>
      </p:sp>
      <p:sp>
        <p:nvSpPr>
          <p:cNvPr id="41" name="code-window">
            <a:extLst xmlns:a="http://schemas.openxmlformats.org/drawingml/2006/main">
              <a:ext uri="{FF2B5EF4-FFF2-40B4-BE49-F238E27FC236}">
                <a16:creationId xmlns:a16="http://schemas.microsoft.com/office/drawing/2014/main" id="{46F163E7-1341-4EF5-B82B-5057B165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72390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090B13"/>
          </a:solidFill>
          <a:ln xmlns:a="http://schemas.openxmlformats.org/drawingml/2006/main" w="9525">
            <a:solidFill>
              <a:srgbClr val="4A55FF">
                <a:alpha val="45000"/>
              </a:srgbClr>
            </a:solidFill>
            <a:prstDash val="solid"/>
          </a:ln>
        </p:spPr>
      </p:sp>
      <p:sp>
        <p:nvSpPr>
          <p:cNvPr id="42" name="code-top">
            <a:extLst xmlns:a="http://schemas.openxmlformats.org/drawingml/2006/main">
              <a:ext uri="{FF2B5EF4-FFF2-40B4-BE49-F238E27FC236}">
                <a16:creationId xmlns:a16="http://schemas.microsoft.com/office/drawing/2014/main" id="{C9E96AC2-C62E-4C8E-AEF2-3FFE13E8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dot-red">
            <a:extLst xmlns:a="http://schemas.openxmlformats.org/drawingml/2006/main">
              <a:ext uri="{FF2B5EF4-FFF2-40B4-BE49-F238E27FC236}">
                <a16:creationId xmlns:a16="http://schemas.microsoft.com/office/drawing/2014/main" id="{BA09F71C-799F-404E-BA37-E4FBDD59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19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ot-yellow">
            <a:extLst xmlns:a="http://schemas.openxmlformats.org/drawingml/2006/main">
              <a:ext uri="{FF2B5EF4-FFF2-40B4-BE49-F238E27FC236}">
                <a16:creationId xmlns:a16="http://schemas.microsoft.com/office/drawing/2014/main" id="{95F56DA2-E143-4EB1-B868-9875A0F9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19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ot-green">
            <a:extLst xmlns:a="http://schemas.openxmlformats.org/drawingml/2006/main">
              <a:ext uri="{FF2B5EF4-FFF2-40B4-BE49-F238E27FC236}">
                <a16:creationId xmlns:a16="http://schemas.microsoft.com/office/drawing/2014/main" id="{8A28ABA1-46E5-4491-8A26-EB30B4AD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19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8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ode-text">
            <a:extLst xmlns:a="http://schemas.openxmlformats.org/drawingml/2006/main">
              <a:ext uri="{FF2B5EF4-FFF2-40B4-BE49-F238E27FC236}">
                <a16:creationId xmlns:a16="http://schemas.microsoft.com/office/drawing/2014/main" id="{B6FF675D-323D-4F7A-A5E7-C0961886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86100"/>
            <a:ext cx="6515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0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D7DCE7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D7DCE7"/>
                </a:solidFill>
                <a:latin typeface="Cascadia Mono"/>
                <a:ea typeface="Cascadia Mono"/>
                <a:cs typeface="Cascadia Mono"/>
              </a:rPr>
              <a:t># objetivo: calcular a média de testes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D7DCE7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D7DCE7"/>
                </a:solidFill>
                <a:latin typeface="Cascadia Mono"/>
                <a:ea typeface="Cascadia Mono"/>
                <a:cs typeface="Cascadia Mono"/>
              </a:rPr>
              <a:t>valores = [10, 12, 11, 40]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D7DCE7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D7DCE7"/>
                </a:solidFill>
                <a:latin typeface="Cascadia Mono"/>
                <a:ea typeface="Cascadia Mono"/>
                <a:cs typeface="Cascadia Mono"/>
              </a:rPr>
              <a:t># entrada: lista de medições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D7DCE7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D7DCE7"/>
                </a:solidFill>
                <a:latin typeface="Cascadia Mono"/>
                <a:ea typeface="Cascadia Mono"/>
                <a:cs typeface="Cascadia Mono"/>
              </a:rPr>
              <a:t>media = sum(valores) / len(valores)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D7DCE7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D7DCE7"/>
                </a:solidFill>
                <a:latin typeface="Cascadia Mono"/>
                <a:ea typeface="Cascadia Mono"/>
                <a:cs typeface="Cascadia Mono"/>
              </a:rPr>
              <a:t># saída: número resumindo o conjunto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D7DCE7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D7DCE7"/>
                </a:solidFill>
                <a:latin typeface="Cascadia Mono"/>
                <a:ea typeface="Cascadia Mono"/>
                <a:cs typeface="Cascadia Mono"/>
              </a:rPr>
              <a:t>print(media)</a:t>
            </a:r>
          </a:p>
        </p:txBody>
      </p:sp>
      <p:sp>
        <p:nvSpPr>
          <p:cNvPr id="47" name="code-side">
            <a:extLst xmlns:a="http://schemas.openxmlformats.org/drawingml/2006/main">
              <a:ext uri="{FF2B5EF4-FFF2-40B4-BE49-F238E27FC236}">
                <a16:creationId xmlns:a16="http://schemas.microsoft.com/office/drawing/2014/main" id="{95577BFA-E3C1-4E3F-90DB-31FD6DBD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2476500" cy="29337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41722">
              <a:alpha val="92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8" name="commentary-label">
            <a:extLst xmlns:a="http://schemas.openxmlformats.org/drawingml/2006/main">
              <a:ext uri="{FF2B5EF4-FFF2-40B4-BE49-F238E27FC236}">
                <a16:creationId xmlns:a16="http://schemas.microsoft.com/office/drawing/2014/main" id="{9E408FA0-B250-4CD2-9383-76192FBB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rPr>
              <a:t>COMENTAR</a:t>
            </a:r>
          </a:p>
        </p:txBody>
      </p:sp>
      <p:sp>
        <p:nvSpPr>
          <p:cNvPr id="49" name="commentary-bullets">
            <a:extLst xmlns:a="http://schemas.openxmlformats.org/drawingml/2006/main">
              <a:ext uri="{FF2B5EF4-FFF2-40B4-BE49-F238E27FC236}">
                <a16:creationId xmlns:a16="http://schemas.microsoft.com/office/drawing/2014/main" id="{7C14FE8C-E17A-4329-AF10-14B7D4DD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19450"/>
            <a:ext cx="1885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901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350" b="0">
                <a:solidFill>
                  <a:srgbClr val="D7DBE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7DBEA"/>
                </a:solidFill>
                <a:latin typeface="Inter"/>
                <a:ea typeface="Inter"/>
                <a:cs typeface="Inter"/>
              </a:rPr>
              <a:t>objetivo</a:t>
            </a:r>
          </a:p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350" b="0">
                <a:solidFill>
                  <a:srgbClr val="D7DBE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7DBEA"/>
                </a:solidFill>
                <a:latin typeface="Inter"/>
                <a:ea typeface="Inter"/>
                <a:cs typeface="Inter"/>
              </a:rPr>
              <a:t>entrada</a:t>
            </a:r>
          </a:p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350" b="0">
                <a:solidFill>
                  <a:srgbClr val="D7DBE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7DBEA"/>
                </a:solidFill>
                <a:latin typeface="Inter"/>
                <a:ea typeface="Inter"/>
                <a:cs typeface="Inter"/>
              </a:rPr>
              <a:t>saída</a:t>
            </a:r>
          </a:p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350" b="0">
                <a:solidFill>
                  <a:srgbClr val="D7DBE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7DBEA"/>
                </a:solidFill>
                <a:latin typeface="Inter"/>
                <a:ea typeface="Inter"/>
                <a:cs typeface="Inter"/>
              </a:rPr>
              <a:t>boa prática</a:t>
            </a:r>
          </a:p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350" b="0">
                <a:solidFill>
                  <a:srgbClr val="D7DBE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7DBEA"/>
                </a:solidFill>
                <a:latin typeface="Inter"/>
                <a:ea typeface="Inter"/>
                <a:cs typeface="Inter"/>
              </a:rPr>
              <a:t>armadilha comum</a:t>
            </a:r>
          </a:p>
        </p:txBody>
      </p:sp>
    </p:spTree>
    <p:extLst>
      <p:ext uri="{BB962C8B-B14F-4D97-AF65-F5344CB8AC3E}">
        <p14:creationId xmlns:p14="http://schemas.microsoft.com/office/powerpoint/2010/main" val="11809237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rid-v">
            <a:extLst xmlns:a="http://schemas.openxmlformats.org/drawingml/2006/main">
              <a:ext uri="{FF2B5EF4-FFF2-40B4-BE49-F238E27FC236}">
                <a16:creationId xmlns:a16="http://schemas.microsoft.com/office/drawing/2014/main" id="{2797C590-0B03-471A-A9F4-35BC08E5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3942B27D-186A-46F7-A31B-3BBB03C2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05F9E308-B20B-4DB8-9AC3-D35700E0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2B760BF5-5015-4CA3-8D1A-C01A47A1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03EE5D3D-1193-4004-B2A0-8DCF80EC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E9475A8F-55F5-497B-88AE-16DE891C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92D72C58-17CB-483A-8A8C-C0730F7A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3FE4FF08-78F8-410A-AA69-BD5308BC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14924A9B-3959-4CF1-894E-B520D755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A0B9E79A-0489-463B-9858-FE518F38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A87BBB07-6872-4B1A-88DC-5220F4A0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F6653731-B9E4-4738-BF94-9D49CDC9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2744EB10-E8A4-4394-A4CD-D2A3FD4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0D0BC257-E42D-4892-AA77-7C7857FC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F853CD3C-B363-4269-BDA2-CACB5B76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1825557D-792A-4797-B457-734006F7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59C3980E-DCC7-4D03-AE7E-5F832604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89F8DF2D-8B28-42AF-B746-673BABAC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74D92BB2-ACB2-4619-BF1B-D0DCA256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12C21BEC-7BC9-449B-A777-C3CB4C7D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29334088-D167-4358-9496-3B678AED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61BEA75D-F3D2-4E0A-881A-7798D3B8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E4B2BFBC-B9E6-4F64-BE7A-B51E3188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DBE41593-40B1-4E81-9205-388DF8FD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03E3865E-1195-4DB5-98F0-3710BA5E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B8559921-136D-43E0-81E6-4B006A3E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C5B7388F-94BD-495D-ABE1-A8DAE2E2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55B85755-B59D-4B87-B14E-CE8D3A88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AC904F9E-4AEF-4AFB-982D-5B06BE77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0ECB0700-5333-4DB8-BB5A-83381A18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BC0256CC-A8BF-4B3B-9B38-86406023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BAFAD3EC-EE1F-4B2F-8A0A-96FB618D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4757AD69-B3FC-45EE-8B8B-DC0CE563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op-accent">
            <a:extLst xmlns:a="http://schemas.openxmlformats.org/drawingml/2006/main">
              <a:ext uri="{FF2B5EF4-FFF2-40B4-BE49-F238E27FC236}">
                <a16:creationId xmlns:a16="http://schemas.microsoft.com/office/drawing/2014/main" id="{24181312-2DE6-4EA8-8412-DFB3A51B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1108280-6607-4AE3-9C0B-47E3E942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CODE ZONE</a:t>
            </a:r>
          </a:p>
        </p:txBody>
      </p:sp>
      <p:sp>
        <p:nvSpPr>
          <p:cNvPr id="36" name="footer-mid">
            <a:extLst xmlns:a="http://schemas.openxmlformats.org/drawingml/2006/main">
              <a:ext uri="{FF2B5EF4-FFF2-40B4-BE49-F238E27FC236}">
                <a16:creationId xmlns:a16="http://schemas.microsoft.com/office/drawing/2014/main" id="{66136474-0FB3-48E3-86C7-C99BAF56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19850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ANÁLISE</a:t>
            </a:r>
          </a:p>
        </p:txBody>
      </p:sp>
      <p:sp>
        <p:nvSpPr>
          <p:cNvPr id="3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F8E2B4E-A1BA-4A90-9340-52605558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TEMPLATE DE AULA</a:t>
            </a:r>
          </a:p>
        </p:txBody>
      </p:sp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A3E5AECD-45AD-49A7-868B-FE319648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// NÃO TERMINAR NO OUTPUT</a:t>
            </a:r>
          </a:p>
        </p:txBody>
      </p:sp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612730-14E0-42AD-A938-6A8F2253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Análise do resultado</a:t>
            </a:r>
          </a:p>
        </p:txBody>
      </p:sp>
      <p:sp>
        <p:nvSpPr>
          <p:cNvPr id="40" name="output-box">
            <a:extLst xmlns:a="http://schemas.openxmlformats.org/drawingml/2006/main">
              <a:ext uri="{FF2B5EF4-FFF2-40B4-BE49-F238E27FC236}">
                <a16:creationId xmlns:a16="http://schemas.microsoft.com/office/drawing/2014/main" id="{E3595A00-9CFB-4227-A11E-7FA1BDA9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2766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0D0F1A"/>
          </a:solidFill>
          <a:ln xmlns:a="http://schemas.openxmlformats.org/drawingml/2006/main" w="9525">
            <a:solidFill>
              <a:srgbClr val="0D0F1A"/>
            </a:solidFill>
            <a:prstDash val="solid"/>
          </a:ln>
        </p:spPr>
      </p:sp>
      <p:sp>
        <p:nvSpPr>
          <p:cNvPr id="41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E2649D5E-9993-42B9-8FF5-825F0888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rPr>
              <a:t>SAÍDA</a:t>
            </a:r>
          </a:p>
        </p:txBody>
      </p:sp>
      <p:sp>
        <p:nvSpPr>
          <p:cNvPr id="42" name="output-value">
            <a:extLst xmlns:a="http://schemas.openxmlformats.org/drawingml/2006/main">
              <a:ext uri="{FF2B5EF4-FFF2-40B4-BE49-F238E27FC236}">
                <a16:creationId xmlns:a16="http://schemas.microsoft.com/office/drawing/2014/main" id="{93DDB28C-F282-4188-9DE6-39CFBDAA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42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18.25</a:t>
            </a:r>
          </a:p>
        </p:txBody>
      </p:sp>
      <p:sp>
        <p:nvSpPr>
          <p:cNvPr id="43" name="output-caption">
            <a:extLst xmlns:a="http://schemas.openxmlformats.org/drawingml/2006/main">
              <a:ext uri="{FF2B5EF4-FFF2-40B4-BE49-F238E27FC236}">
                <a16:creationId xmlns:a16="http://schemas.microsoft.com/office/drawing/2014/main" id="{D81ED7B0-9512-4E49-8166-403965B5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CFD3E6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CFD3E6"/>
                </a:solidFill>
                <a:latin typeface="Inter"/>
                <a:ea typeface="Inter"/>
                <a:cs typeface="Inter"/>
              </a:rPr>
              <a:t>Valor calculado pelo exemplo.</a:t>
            </a:r>
          </a:p>
        </p:txBody>
      </p:sp>
      <p:sp>
        <p:nvSpPr>
          <p:cNvPr id="44" name="analysis-card">
            <a:extLst xmlns:a="http://schemas.openxmlformats.org/drawingml/2006/main">
              <a:ext uri="{FF2B5EF4-FFF2-40B4-BE49-F238E27FC236}">
                <a16:creationId xmlns:a16="http://schemas.microsoft.com/office/drawing/2014/main" id="{73A2DC6D-D606-4AF8-B31F-C6313322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14550"/>
            <a:ext cx="2762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5" name="analysis-title">
            <a:extLst xmlns:a="http://schemas.openxmlformats.org/drawingml/2006/main">
              <a:ext uri="{FF2B5EF4-FFF2-40B4-BE49-F238E27FC236}">
                <a16:creationId xmlns:a16="http://schemas.microsoft.com/office/drawing/2014/main" id="{6C72098A-B62A-45CB-A20F-A06DAA6F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05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0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Por que aconteceu?</a:t>
            </a:r>
          </a:p>
        </p:txBody>
      </p:sp>
      <p:sp>
        <p:nvSpPr>
          <p:cNvPr id="46" name="analysis-copy">
            <a:extLst xmlns:a="http://schemas.openxmlformats.org/drawingml/2006/main">
              <a:ext uri="{FF2B5EF4-FFF2-40B4-BE49-F238E27FC236}">
                <a16:creationId xmlns:a16="http://schemas.microsoft.com/office/drawing/2014/main" id="{C9CCD582-ACA3-424D-B1D1-0930C8F1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28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Explique a causa do resultado.</a:t>
            </a:r>
          </a:p>
        </p:txBody>
      </p:sp>
      <p:sp>
        <p:nvSpPr>
          <p:cNvPr id="47" name="analysis-card">
            <a:extLst xmlns:a="http://schemas.openxmlformats.org/drawingml/2006/main">
              <a:ext uri="{FF2B5EF4-FFF2-40B4-BE49-F238E27FC236}">
                <a16:creationId xmlns:a16="http://schemas.microsoft.com/office/drawing/2014/main" id="{18BE4CC9-B651-4A65-9A22-1EDC9E40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14550"/>
            <a:ext cx="2762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8" name="analysis-title">
            <a:extLst xmlns:a="http://schemas.openxmlformats.org/drawingml/2006/main">
              <a:ext uri="{FF2B5EF4-FFF2-40B4-BE49-F238E27FC236}">
                <a16:creationId xmlns:a16="http://schemas.microsoft.com/office/drawing/2014/main" id="{3C6C2627-0C8D-4AE6-90AA-09945235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05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0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Como interpretar?</a:t>
            </a:r>
          </a:p>
        </p:txBody>
      </p:sp>
      <p:sp>
        <p:nvSpPr>
          <p:cNvPr id="49" name="analysis-copy">
            <a:extLst xmlns:a="http://schemas.openxmlformats.org/drawingml/2006/main">
              <a:ext uri="{FF2B5EF4-FFF2-40B4-BE49-F238E27FC236}">
                <a16:creationId xmlns:a16="http://schemas.microsoft.com/office/drawing/2014/main" id="{81780D9D-A890-40A7-9A26-19F35D4C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28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8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Traduza para linguagem do problema.</a:t>
            </a:r>
          </a:p>
        </p:txBody>
      </p:sp>
      <p:sp>
        <p:nvSpPr>
          <p:cNvPr id="50" name="analysis-card">
            <a:extLst xmlns:a="http://schemas.openxmlformats.org/drawingml/2006/main">
              <a:ext uri="{FF2B5EF4-FFF2-40B4-BE49-F238E27FC236}">
                <a16:creationId xmlns:a16="http://schemas.microsoft.com/office/drawing/2014/main" id="{42FA9744-14D8-4CB3-A745-ABF31B2A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2762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1" name="analysis-title">
            <a:extLst xmlns:a="http://schemas.openxmlformats.org/drawingml/2006/main">
              <a:ext uri="{FF2B5EF4-FFF2-40B4-BE49-F238E27FC236}">
                <a16:creationId xmlns:a16="http://schemas.microsoft.com/office/drawing/2014/main" id="{A7F591CF-25C3-49EB-9E12-6F8E6D19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24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0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O que mudaria?</a:t>
            </a:r>
          </a:p>
        </p:txBody>
      </p:sp>
      <p:sp>
        <p:nvSpPr>
          <p:cNvPr id="52" name="analysis-copy">
            <a:extLst xmlns:a="http://schemas.openxmlformats.org/drawingml/2006/main">
              <a:ext uri="{FF2B5EF4-FFF2-40B4-BE49-F238E27FC236}">
                <a16:creationId xmlns:a16="http://schemas.microsoft.com/office/drawing/2014/main" id="{A3039013-9CAD-44E3-8C00-7A13107C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48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Mostre sensibilidade a dados ou parâmetros.</a:t>
            </a:r>
          </a:p>
        </p:txBody>
      </p:sp>
      <p:sp>
        <p:nvSpPr>
          <p:cNvPr id="53" name="analysis-card">
            <a:extLst xmlns:a="http://schemas.openxmlformats.org/drawingml/2006/main">
              <a:ext uri="{FF2B5EF4-FFF2-40B4-BE49-F238E27FC236}">
                <a16:creationId xmlns:a16="http://schemas.microsoft.com/office/drawing/2014/main" id="{82BE3B22-097E-4D59-8FF8-B44FDB69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2762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4" name="analysis-title">
            <a:extLst xmlns:a="http://schemas.openxmlformats.org/drawingml/2006/main">
              <a:ext uri="{FF2B5EF4-FFF2-40B4-BE49-F238E27FC236}">
                <a16:creationId xmlns:a16="http://schemas.microsoft.com/office/drawing/2014/main" id="{AC32200C-16D3-4DD3-BE12-1E108AD6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24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0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Quais limites?</a:t>
            </a:r>
          </a:p>
        </p:txBody>
      </p:sp>
      <p:sp>
        <p:nvSpPr>
          <p:cNvPr id="55" name="analysis-copy">
            <a:extLst xmlns:a="http://schemas.openxmlformats.org/drawingml/2006/main">
              <a:ext uri="{FF2B5EF4-FFF2-40B4-BE49-F238E27FC236}">
                <a16:creationId xmlns:a16="http://schemas.microsoft.com/office/drawing/2014/main" id="{904E75F0-583C-4884-ACC4-E01716F4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48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Declare risco, hipótese e contexto.</a:t>
            </a:r>
          </a:p>
        </p:txBody>
      </p:sp>
    </p:spTree>
    <p:extLst>
      <p:ext uri="{BB962C8B-B14F-4D97-AF65-F5344CB8AC3E}">
        <p14:creationId xmlns:p14="http://schemas.microsoft.com/office/powerpoint/2010/main" val="11652641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rid-v">
            <a:extLst xmlns:a="http://schemas.openxmlformats.org/drawingml/2006/main">
              <a:ext uri="{FF2B5EF4-FFF2-40B4-BE49-F238E27FC236}">
                <a16:creationId xmlns:a16="http://schemas.microsoft.com/office/drawing/2014/main" id="{A8422600-CA57-4F51-9A0C-2DBB5060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50F9D2D3-6B67-44F6-95B7-43256731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9F4F1FC3-488B-4CFA-B148-4E1C0B27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126E04F7-5819-47AC-8031-281E8B44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FE6EE643-F992-4DE5-A7DA-D14EC470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E8EC1EA3-EA7D-4E1A-8801-1FA3144E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17999188-8F4D-43DD-AD3C-5F97DDD4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90CF5C04-7E87-4C92-9728-57AD6641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86EB549F-6B1E-41DE-8329-A10B49BF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A88875F5-C677-439B-8A82-4F3F5A8B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82687871-4F29-4895-BF4B-D16ADDBB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8BB34AF7-9E7D-40B2-86B6-1406FB62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C336C5FF-479D-4037-A483-8B3DE628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B2349840-135D-47BF-9AC2-99A81B00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0330932E-6067-4705-B2AB-289F31BA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D81F109E-0B21-4D43-983D-AC0CAD1E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90E68A05-A4CD-47FB-A2B2-27B069FE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64B47F54-E5C8-4622-9E29-790F5FF8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F9D1F02C-7A1F-41BC-8D25-05CCFA9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120C1B8A-D597-4577-8A5A-E4AC58B5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05B38F5C-B1A9-41E1-B993-03D4B115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AC423991-151E-4337-9BA2-7634D455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1B7CDD75-71DF-4C60-9A05-ACEE2627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A365C1CC-C85E-4FE1-B97E-FEADD1B9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1EB472CA-72FE-4A62-A495-86CC44A1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2043649F-7BEC-45CF-A115-5D609C6D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CF980B17-FD25-4A1B-8025-23E89F65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D1C8A44F-B219-427D-9689-F4DC3E46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EB05C24A-4221-45F6-8824-C94AEF98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4578CF96-2C7E-4E65-B542-B0AEBDF9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7F409981-F4EF-4E42-9AD1-53C64672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DF7F3AD3-9E02-4CDD-A143-C74210CA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E8FD143F-7127-4503-9599-060FD6C1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op-accent">
            <a:extLst xmlns:a="http://schemas.openxmlformats.org/drawingml/2006/main">
              <a:ext uri="{FF2B5EF4-FFF2-40B4-BE49-F238E27FC236}">
                <a16:creationId xmlns:a16="http://schemas.microsoft.com/office/drawing/2014/main" id="{0BE11221-C53D-41CA-84A1-0EB6A878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3EFDE5A-D687-416E-A353-ADDA9C4F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CODE ZONE</a:t>
            </a:r>
          </a:p>
        </p:txBody>
      </p:sp>
      <p:sp>
        <p:nvSpPr>
          <p:cNvPr id="36" name="footer-mid">
            <a:extLst xmlns:a="http://schemas.openxmlformats.org/drawingml/2006/main">
              <a:ext uri="{FF2B5EF4-FFF2-40B4-BE49-F238E27FC236}">
                <a16:creationId xmlns:a16="http://schemas.microsoft.com/office/drawing/2014/main" id="{677A8ED4-AA24-4812-8CBB-52F6BD2D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19850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ERROS COMUNS</a:t>
            </a:r>
          </a:p>
        </p:txBody>
      </p:sp>
      <p:sp>
        <p:nvSpPr>
          <p:cNvPr id="3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D4A8481-A5F8-432A-A2E5-3B37D413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TEMPLATE DE AULA</a:t>
            </a:r>
          </a:p>
        </p:txBody>
      </p:sp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26262FA4-4761-42F9-9C35-3AB8BE85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// SINTOMA E CORREÇÃO</a:t>
            </a:r>
          </a:p>
        </p:txBody>
      </p:sp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C46829-C2A7-4D19-99E7-5255B55E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685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Erros comuns</a:t>
            </a:r>
          </a:p>
        </p:txBody>
      </p:sp>
      <p:sp>
        <p:nvSpPr>
          <p:cNvPr id="40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965F9565-A385-4393-955C-CCFF2BCF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1" name="table-header-text">
            <a:extLst xmlns:a="http://schemas.openxmlformats.org/drawingml/2006/main">
              <a:ext uri="{FF2B5EF4-FFF2-40B4-BE49-F238E27FC236}">
                <a16:creationId xmlns:a16="http://schemas.microsoft.com/office/drawing/2014/main" id="{39102F41-84DB-4BFB-8887-736959EE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76475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ERRO</a:t>
            </a:r>
          </a:p>
        </p:txBody>
      </p:sp>
      <p:sp>
        <p:nvSpPr>
          <p:cNvPr id="42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10A7A240-D37A-4045-8871-E50E6E72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95500"/>
            <a:ext cx="3524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3" name="table-header-text">
            <a:extLst xmlns:a="http://schemas.openxmlformats.org/drawingml/2006/main">
              <a:ext uri="{FF2B5EF4-FFF2-40B4-BE49-F238E27FC236}">
                <a16:creationId xmlns:a16="http://schemas.microsoft.com/office/drawing/2014/main" id="{B56A058F-729B-4841-AB82-ECD84226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76475"/>
            <a:ext cx="3181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SINTOMA</a:t>
            </a:r>
          </a:p>
        </p:txBody>
      </p:sp>
      <p:sp>
        <p:nvSpPr>
          <p:cNvPr id="44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0E9B0F11-58D0-4B2A-9EE8-6C318485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95500"/>
            <a:ext cx="3524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5" name="table-header-text">
            <a:extLst xmlns:a="http://schemas.openxmlformats.org/drawingml/2006/main">
              <a:ext uri="{FF2B5EF4-FFF2-40B4-BE49-F238E27FC236}">
                <a16:creationId xmlns:a16="http://schemas.microsoft.com/office/drawing/2014/main" id="{D85F5A5E-7592-476F-BE5A-875C6EF0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76475"/>
            <a:ext cx="3181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rPr>
              <a:t>COMO CORRIGIR</a:t>
            </a:r>
          </a:p>
        </p:txBody>
      </p:sp>
      <p:sp>
        <p:nvSpPr>
          <p:cNvPr id="46" name="table-cell">
            <a:extLst xmlns:a="http://schemas.openxmlformats.org/drawingml/2006/main">
              <a:ext uri="{FF2B5EF4-FFF2-40B4-BE49-F238E27FC236}">
                <a16:creationId xmlns:a16="http://schemas.microsoft.com/office/drawing/2014/main" id="{38B556EF-2615-4F41-854E-A458CB4A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7" name="table-cell-text">
            <a:extLst xmlns:a="http://schemas.openxmlformats.org/drawingml/2006/main">
              <a:ext uri="{FF2B5EF4-FFF2-40B4-BE49-F238E27FC236}">
                <a16:creationId xmlns:a16="http://schemas.microsoft.com/office/drawing/2014/main" id="{F3235BE6-6063-4C64-8C78-F6C08763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0D0F1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D0F1A"/>
                </a:solidFill>
                <a:latin typeface="Inter"/>
                <a:ea typeface="Inter"/>
                <a:cs typeface="Inter"/>
              </a:rPr>
              <a:t>Executar fora de ordem</a:t>
            </a:r>
          </a:p>
        </p:txBody>
      </p:sp>
      <p:sp>
        <p:nvSpPr>
          <p:cNvPr id="48" name="table-cell">
            <a:extLst xmlns:a="http://schemas.openxmlformats.org/drawingml/2006/main">
              <a:ext uri="{FF2B5EF4-FFF2-40B4-BE49-F238E27FC236}">
                <a16:creationId xmlns:a16="http://schemas.microsoft.com/office/drawing/2014/main" id="{75B35A7F-807E-4CD6-B7C3-CA1780C5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28900"/>
            <a:ext cx="352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9" name="table-cell-text">
            <a:extLst xmlns:a="http://schemas.openxmlformats.org/drawingml/2006/main">
              <a:ext uri="{FF2B5EF4-FFF2-40B4-BE49-F238E27FC236}">
                <a16:creationId xmlns:a16="http://schemas.microsoft.com/office/drawing/2014/main" id="{1BA69CE4-C915-426A-86C3-6A13645C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384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0D0F1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0D0F1A"/>
                </a:solidFill>
                <a:latin typeface="Inter"/>
                <a:ea typeface="Inter"/>
                <a:cs typeface="Inter"/>
              </a:rPr>
              <a:t>Resultado muda sem explicação.</a:t>
            </a:r>
          </a:p>
        </p:txBody>
      </p:sp>
      <p:sp>
        <p:nvSpPr>
          <p:cNvPr id="50" name="table-cell">
            <a:extLst xmlns:a="http://schemas.openxmlformats.org/drawingml/2006/main">
              <a:ext uri="{FF2B5EF4-FFF2-40B4-BE49-F238E27FC236}">
                <a16:creationId xmlns:a16="http://schemas.microsoft.com/office/drawing/2014/main" id="{AF2D66D9-E34D-4712-9466-BC81423C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28900"/>
            <a:ext cx="352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1" name="table-cell-text">
            <a:extLst xmlns:a="http://schemas.openxmlformats.org/drawingml/2006/main">
              <a:ext uri="{FF2B5EF4-FFF2-40B4-BE49-F238E27FC236}">
                <a16:creationId xmlns:a16="http://schemas.microsoft.com/office/drawing/2014/main" id="{C86ED8C3-EF94-49E2-800E-F9B7FA43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384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0D0F1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0D0F1A"/>
                </a:solidFill>
                <a:latin typeface="Inter"/>
                <a:ea typeface="Inter"/>
                <a:cs typeface="Inter"/>
              </a:rPr>
              <a:t>Reiniciar e executar tudo.</a:t>
            </a:r>
          </a:p>
        </p:txBody>
      </p:sp>
      <p:sp>
        <p:nvSpPr>
          <p:cNvPr id="52" name="table-cell">
            <a:extLst xmlns:a="http://schemas.openxmlformats.org/drawingml/2006/main">
              <a:ext uri="{FF2B5EF4-FFF2-40B4-BE49-F238E27FC236}">
                <a16:creationId xmlns:a16="http://schemas.microsoft.com/office/drawing/2014/main" id="{9039DF1C-10F9-4A92-BEA7-DB658B1E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3" name="table-cell-text">
            <a:extLst xmlns:a="http://schemas.openxmlformats.org/drawingml/2006/main">
              <a:ext uri="{FF2B5EF4-FFF2-40B4-BE49-F238E27FC236}">
                <a16:creationId xmlns:a16="http://schemas.microsoft.com/office/drawing/2014/main" id="{DA6AA834-BD5F-4DC1-A80E-80236563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0D0F1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D0F1A"/>
                </a:solidFill>
                <a:latin typeface="Inter"/>
                <a:ea typeface="Inter"/>
                <a:cs typeface="Inter"/>
              </a:rPr>
              <a:t>Confundir métrica com objetivo</a:t>
            </a:r>
          </a:p>
        </p:txBody>
      </p:sp>
      <p:sp>
        <p:nvSpPr>
          <p:cNvPr id="54" name="table-cell">
            <a:extLst xmlns:a="http://schemas.openxmlformats.org/drawingml/2006/main">
              <a:ext uri="{FF2B5EF4-FFF2-40B4-BE49-F238E27FC236}">
                <a16:creationId xmlns:a16="http://schemas.microsoft.com/office/drawing/2014/main" id="{A82586BB-1418-4503-8F8D-57F88741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09950"/>
            <a:ext cx="352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5" name="table-cell-text">
            <a:extLst xmlns:a="http://schemas.openxmlformats.org/drawingml/2006/main">
              <a:ext uri="{FF2B5EF4-FFF2-40B4-BE49-F238E27FC236}">
                <a16:creationId xmlns:a16="http://schemas.microsoft.com/office/drawing/2014/main" id="{976A0417-3B80-4BBC-BECC-D1413187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0D0F1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0D0F1A"/>
                </a:solidFill>
                <a:latin typeface="Inter"/>
                <a:ea typeface="Inter"/>
                <a:cs typeface="Inter"/>
              </a:rPr>
              <a:t>Número melhora, decisão piora.</a:t>
            </a:r>
          </a:p>
        </p:txBody>
      </p:sp>
      <p:sp>
        <p:nvSpPr>
          <p:cNvPr id="56" name="table-cell">
            <a:extLst xmlns:a="http://schemas.openxmlformats.org/drawingml/2006/main">
              <a:ext uri="{FF2B5EF4-FFF2-40B4-BE49-F238E27FC236}">
                <a16:creationId xmlns:a16="http://schemas.microsoft.com/office/drawing/2014/main" id="{A31FD86A-918B-40DA-8A20-42F65AE0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09950"/>
            <a:ext cx="352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7" name="table-cell-text">
            <a:extLst xmlns:a="http://schemas.openxmlformats.org/drawingml/2006/main">
              <a:ext uri="{FF2B5EF4-FFF2-40B4-BE49-F238E27FC236}">
                <a16:creationId xmlns:a16="http://schemas.microsoft.com/office/drawing/2014/main" id="{41015B85-A947-4DF0-A407-CC80EA4D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0D0F1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0D0F1A"/>
                </a:solidFill>
                <a:latin typeface="Inter"/>
                <a:ea typeface="Inter"/>
                <a:cs typeface="Inter"/>
              </a:rPr>
              <a:t>Voltar ao custo do erro.</a:t>
            </a:r>
          </a:p>
        </p:txBody>
      </p:sp>
      <p:sp>
        <p:nvSpPr>
          <p:cNvPr id="58" name="table-cell">
            <a:extLst xmlns:a="http://schemas.openxmlformats.org/drawingml/2006/main">
              <a:ext uri="{FF2B5EF4-FFF2-40B4-BE49-F238E27FC236}">
                <a16:creationId xmlns:a16="http://schemas.microsoft.com/office/drawing/2014/main" id="{C3B31ACE-FBDF-4305-9729-FC885F78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9" name="table-cell-text">
            <a:extLst xmlns:a="http://schemas.openxmlformats.org/drawingml/2006/main">
              <a:ext uri="{FF2B5EF4-FFF2-40B4-BE49-F238E27FC236}">
                <a16:creationId xmlns:a16="http://schemas.microsoft.com/office/drawing/2014/main" id="{DB500649-701A-4EE1-9E76-8B494738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0D0F1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D0F1A"/>
                </a:solidFill>
                <a:latin typeface="Inter"/>
                <a:ea typeface="Inter"/>
                <a:cs typeface="Inter"/>
              </a:rPr>
              <a:t>Generalizar exemplo sintético</a:t>
            </a:r>
          </a:p>
        </p:txBody>
      </p:sp>
      <p:sp>
        <p:nvSpPr>
          <p:cNvPr id="60" name="table-cell">
            <a:extLst xmlns:a="http://schemas.openxmlformats.org/drawingml/2006/main">
              <a:ext uri="{FF2B5EF4-FFF2-40B4-BE49-F238E27FC236}">
                <a16:creationId xmlns:a16="http://schemas.microsoft.com/office/drawing/2014/main" id="{785DB1EB-426D-4C84-9575-B75B8315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91000"/>
            <a:ext cx="352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1" name="table-cell-text">
            <a:extLst xmlns:a="http://schemas.openxmlformats.org/drawingml/2006/main">
              <a:ext uri="{FF2B5EF4-FFF2-40B4-BE49-F238E27FC236}">
                <a16:creationId xmlns:a16="http://schemas.microsoft.com/office/drawing/2014/main" id="{C9FD4FDA-0657-4EE6-8AD7-132D4D0E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005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0D0F1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0D0F1A"/>
                </a:solidFill>
                <a:latin typeface="Inter"/>
                <a:ea typeface="Inter"/>
                <a:cs typeface="Inter"/>
              </a:rPr>
              <a:t>Conclusão maior que a evidência.</a:t>
            </a:r>
          </a:p>
        </p:txBody>
      </p:sp>
      <p:sp>
        <p:nvSpPr>
          <p:cNvPr id="62" name="table-cell">
            <a:extLst xmlns:a="http://schemas.openxmlformats.org/drawingml/2006/main">
              <a:ext uri="{FF2B5EF4-FFF2-40B4-BE49-F238E27FC236}">
                <a16:creationId xmlns:a16="http://schemas.microsoft.com/office/drawing/2014/main" id="{F38EEC05-99C5-42E8-860B-1D2D2FF1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91000"/>
            <a:ext cx="352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3" name="table-cell-text">
            <a:extLst xmlns:a="http://schemas.openxmlformats.org/drawingml/2006/main">
              <a:ext uri="{FF2B5EF4-FFF2-40B4-BE49-F238E27FC236}">
                <a16:creationId xmlns:a16="http://schemas.microsoft.com/office/drawing/2014/main" id="{62B9C8B0-833F-4330-ABB4-81923D7D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005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0D0F1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0D0F1A"/>
                </a:solidFill>
                <a:latin typeface="Inter"/>
                <a:ea typeface="Inter"/>
                <a:cs typeface="Inter"/>
              </a:rPr>
              <a:t>Declarar limites dos dados.</a:t>
            </a:r>
          </a:p>
        </p:txBody>
      </p:sp>
    </p:spTree>
    <p:extLst>
      <p:ext uri="{BB962C8B-B14F-4D97-AF65-F5344CB8AC3E}">
        <p14:creationId xmlns:p14="http://schemas.microsoft.com/office/powerpoint/2010/main" val="3555057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rid-v">
            <a:extLst xmlns:a="http://schemas.openxmlformats.org/drawingml/2006/main">
              <a:ext uri="{FF2B5EF4-FFF2-40B4-BE49-F238E27FC236}">
                <a16:creationId xmlns:a16="http://schemas.microsoft.com/office/drawing/2014/main" id="{53FA30FC-CACF-4E80-9B4A-270272B6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2AB32395-1331-4FEC-ACA4-59D17FF2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8DA9288A-8CA7-4B13-AC8D-AF3903E1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25542068-D92A-4662-B70B-29AF2D8F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BE80847B-7148-4DC4-B0E3-3692D268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53DF0CC4-7D34-4D35-ABE9-07A2CD8A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F6945490-BA2D-4DA5-98F7-F5A72EBC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BDFF4D38-0C26-478A-B8E1-65E3F029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36276A29-D690-45E8-8758-82A75253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486B0344-7416-44A2-9A96-280F5DBE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5DEA402B-E370-4211-BB0F-67D0877A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47F47AC1-D053-4A74-BCED-7A7275C8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4B08C551-0E4B-4BC2-9CC3-E5019EC5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CEF7CC1D-885B-4491-B6D4-46060ACE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1EB1FC10-FBD3-4C4A-A228-FD7C1B91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027B8F19-616C-4EFD-8F6E-3217F13C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83236FCC-6DFC-49D2-9CE9-CFE60EE7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C8576F8B-49C2-4E32-8EB8-E62AC0C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6C91702C-6877-436E-A71F-01BB2B3F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CA773EF7-4E42-4617-9DC7-ADBBD7A3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37693036-6485-4B46-90F5-B420005E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E5DD7ABA-0761-408A-9509-B70F689F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51AE1957-14C6-44D9-9527-94577017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211E0CE7-9E2E-4205-90B8-F249F5A0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7EEE48D3-A831-451D-B771-1F83B395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0B293547-2DE2-421A-91E6-D63B30C1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FBDA797E-1EDB-476F-990B-5C1A796D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C6F44B42-2A0B-4E10-AC55-A76D2DA8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D01BEEC0-1199-4830-A6AF-8A5F290C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BB012BF5-6FCB-4B42-A29A-4994DC39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3D7DF3A4-17B5-4F6D-990C-5188B430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AC764371-97AA-4A4B-A28E-D4C96A55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EC51A6CD-5656-49F4-9823-7D77910B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op-accent">
            <a:extLst xmlns:a="http://schemas.openxmlformats.org/drawingml/2006/main">
              <a:ext uri="{FF2B5EF4-FFF2-40B4-BE49-F238E27FC236}">
                <a16:creationId xmlns:a16="http://schemas.microsoft.com/office/drawing/2014/main" id="{FAF67B18-46DD-41BE-BBF7-ECA5421A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FE9239E-DC22-40A8-8FAE-5F7CCE54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rPr>
              <a:t>CODE ZONE</a:t>
            </a:r>
          </a:p>
        </p:txBody>
      </p:sp>
      <p:sp>
        <p:nvSpPr>
          <p:cNvPr id="36" name="footer-mid">
            <a:extLst xmlns:a="http://schemas.openxmlformats.org/drawingml/2006/main">
              <a:ext uri="{FF2B5EF4-FFF2-40B4-BE49-F238E27FC236}">
                <a16:creationId xmlns:a16="http://schemas.microsoft.com/office/drawing/2014/main" id="{D2A126DC-7B3A-49E4-AE9B-1B26472F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19850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rPr>
              <a:t>PRÁTICA GUIADA</a:t>
            </a:r>
          </a:p>
        </p:txBody>
      </p:sp>
      <p:sp>
        <p:nvSpPr>
          <p:cNvPr id="3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02D5051-F569-4D1C-8285-B044B644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rPr>
              <a:t>TEMPLATE DE AULA</a:t>
            </a:r>
          </a:p>
        </p:txBody>
      </p:sp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A0B2CCC4-D4A7-427E-9218-52E82BB0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rPr>
              <a:t>// PRIMEIRO EXERCÍCIO</a:t>
            </a:r>
          </a:p>
        </p:txBody>
      </p:sp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739C87-8433-4128-9790-87E0DEAE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619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Prática guiada</a:t>
            </a:r>
          </a:p>
        </p:txBody>
      </p:sp>
      <p:sp>
        <p:nvSpPr>
          <p:cNvPr id="40" name="practice-copy">
            <a:extLst xmlns:a="http://schemas.openxmlformats.org/drawingml/2006/main">
              <a:ext uri="{FF2B5EF4-FFF2-40B4-BE49-F238E27FC236}">
                <a16:creationId xmlns:a16="http://schemas.microsoft.com/office/drawing/2014/main" id="{13CCB60B-DA46-42E2-9C53-CC226246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CFD3E6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CFD3E6"/>
                </a:solidFill>
                <a:latin typeface="Inter"/>
                <a:ea typeface="Inter"/>
                <a:cs typeface="Inter"/>
              </a:rPr>
              <a:t>O primeiro exercício deve ser muito parecido com o exemplo resolvido.</a:t>
            </a:r>
          </a:p>
        </p:txBody>
      </p:sp>
      <p:sp>
        <p:nvSpPr>
          <p:cNvPr id="41" name="practice-number">
            <a:extLst xmlns:a="http://schemas.openxmlformats.org/drawingml/2006/main">
              <a:ext uri="{FF2B5EF4-FFF2-40B4-BE49-F238E27FC236}">
                <a16:creationId xmlns:a16="http://schemas.microsoft.com/office/drawing/2014/main" id="{A3A49F38-7970-4795-91F0-D4EA966D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2" name="practice-step">
            <a:extLst xmlns:a="http://schemas.openxmlformats.org/drawingml/2006/main">
              <a:ext uri="{FF2B5EF4-FFF2-40B4-BE49-F238E27FC236}">
                <a16:creationId xmlns:a16="http://schemas.microsoft.com/office/drawing/2014/main" id="{73FDF422-D674-4235-B71A-44FA3BBA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384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Carregue ou crie os dados.</a:t>
            </a:r>
          </a:p>
        </p:txBody>
      </p:sp>
      <p:sp>
        <p:nvSpPr>
          <p:cNvPr id="43" name="practice-number">
            <a:extLst xmlns:a="http://schemas.openxmlformats.org/drawingml/2006/main">
              <a:ext uri="{FF2B5EF4-FFF2-40B4-BE49-F238E27FC236}">
                <a16:creationId xmlns:a16="http://schemas.microsoft.com/office/drawing/2014/main" id="{DD111DBE-5A96-439D-BEFC-FF2EFF43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44" name="practice-step">
            <a:extLst xmlns:a="http://schemas.openxmlformats.org/drawingml/2006/main">
              <a:ext uri="{FF2B5EF4-FFF2-40B4-BE49-F238E27FC236}">
                <a16:creationId xmlns:a16="http://schemas.microsoft.com/office/drawing/2014/main" id="{C936CE40-F838-4006-ACD0-A5CF4A35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908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Execute a função principal.</a:t>
            </a:r>
          </a:p>
        </p:txBody>
      </p:sp>
      <p:sp>
        <p:nvSpPr>
          <p:cNvPr id="45" name="practice-number">
            <a:extLst xmlns:a="http://schemas.openxmlformats.org/drawingml/2006/main">
              <a:ext uri="{FF2B5EF4-FFF2-40B4-BE49-F238E27FC236}">
                <a16:creationId xmlns:a16="http://schemas.microsoft.com/office/drawing/2014/main" id="{6D8F7259-CF1D-4337-82A5-F9978777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46" name="practice-step">
            <a:extLst xmlns:a="http://schemas.openxmlformats.org/drawingml/2006/main">
              <a:ext uri="{FF2B5EF4-FFF2-40B4-BE49-F238E27FC236}">
                <a16:creationId xmlns:a16="http://schemas.microsoft.com/office/drawing/2014/main" id="{65C7A603-22C9-4356-8B33-1EA08914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433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Altere um parâmetro.</a:t>
            </a:r>
          </a:p>
        </p:txBody>
      </p:sp>
      <p:sp>
        <p:nvSpPr>
          <p:cNvPr id="47" name="practice-number">
            <a:extLst xmlns:a="http://schemas.openxmlformats.org/drawingml/2006/main">
              <a:ext uri="{FF2B5EF4-FFF2-40B4-BE49-F238E27FC236}">
                <a16:creationId xmlns:a16="http://schemas.microsoft.com/office/drawing/2014/main" id="{B53036E2-BCF2-4B85-8191-6719D7E5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48" name="practice-step">
            <a:extLst xmlns:a="http://schemas.openxmlformats.org/drawingml/2006/main">
              <a:ext uri="{FF2B5EF4-FFF2-40B4-BE49-F238E27FC236}">
                <a16:creationId xmlns:a16="http://schemas.microsoft.com/office/drawing/2014/main" id="{774EE443-67C2-4C1C-A7B0-7C6214D9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957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Compare o resultado.</a:t>
            </a:r>
          </a:p>
        </p:txBody>
      </p:sp>
      <p:sp>
        <p:nvSpPr>
          <p:cNvPr id="49" name="practice-number">
            <a:extLst xmlns:a="http://schemas.openxmlformats.org/drawingml/2006/main">
              <a:ext uri="{FF2B5EF4-FFF2-40B4-BE49-F238E27FC236}">
                <a16:creationId xmlns:a16="http://schemas.microsoft.com/office/drawing/2014/main" id="{19179188-79E5-409F-A08A-CE9F3C7D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00C8FF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50" name="practice-step">
            <a:extLst xmlns:a="http://schemas.openxmlformats.org/drawingml/2006/main">
              <a:ext uri="{FF2B5EF4-FFF2-40B4-BE49-F238E27FC236}">
                <a16:creationId xmlns:a16="http://schemas.microsoft.com/office/drawing/2014/main" id="{6D3AA3FF-928E-44EE-8809-5422C46F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482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Escreva uma conclusão curta.</a:t>
            </a:r>
          </a:p>
        </p:txBody>
      </p:sp>
      <p:sp>
        <p:nvSpPr>
          <p:cNvPr id="51" name="practice-panel">
            <a:extLst xmlns:a="http://schemas.openxmlformats.org/drawingml/2006/main">
              <a:ext uri="{FF2B5EF4-FFF2-40B4-BE49-F238E27FC236}">
                <a16:creationId xmlns:a16="http://schemas.microsoft.com/office/drawing/2014/main" id="{3626C7E9-1F6D-4C5F-940B-3C54E799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342900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141722">
              <a:alpha val="94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2" name="workspace-label">
            <a:extLst xmlns:a="http://schemas.openxmlformats.org/drawingml/2006/main">
              <a:ext uri="{FF2B5EF4-FFF2-40B4-BE49-F238E27FC236}">
                <a16:creationId xmlns:a16="http://schemas.microsoft.com/office/drawing/2014/main" id="{B90DBC83-6DB9-4C75-8E31-46556A5A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rPr>
              <a:t>ESPAÇO DO ALUNO</a:t>
            </a:r>
          </a:p>
        </p:txBody>
      </p:sp>
      <p:sp>
        <p:nvSpPr>
          <p:cNvPr id="53" name="workspace-line1">
            <a:extLst xmlns:a="http://schemas.openxmlformats.org/drawingml/2006/main">
              <a:ext uri="{FF2B5EF4-FFF2-40B4-BE49-F238E27FC236}">
                <a16:creationId xmlns:a16="http://schemas.microsoft.com/office/drawing/2014/main" id="{6C58534E-4080-480C-8A15-41DA4384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28950"/>
            <a:ext cx="2628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orkspace-line2">
            <a:extLst xmlns:a="http://schemas.openxmlformats.org/drawingml/2006/main">
              <a:ext uri="{FF2B5EF4-FFF2-40B4-BE49-F238E27FC236}">
                <a16:creationId xmlns:a16="http://schemas.microsoft.com/office/drawing/2014/main" id="{DF14D755-FD79-484E-ABF5-F5AD011E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43300"/>
            <a:ext cx="2628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orkspace-line3">
            <a:extLst xmlns:a="http://schemas.openxmlformats.org/drawingml/2006/main">
              <a:ext uri="{FF2B5EF4-FFF2-40B4-BE49-F238E27FC236}">
                <a16:creationId xmlns:a16="http://schemas.microsoft.com/office/drawing/2014/main" id="{D2BECE71-B04A-4341-A51E-BDC19D6A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57650"/>
            <a:ext cx="2628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orkspace-prompt">
            <a:extLst xmlns:a="http://schemas.openxmlformats.org/drawingml/2006/main">
              <a:ext uri="{FF2B5EF4-FFF2-40B4-BE49-F238E27FC236}">
                <a16:creationId xmlns:a16="http://schemas.microsoft.com/office/drawing/2014/main" id="{BAB92C3C-4FB2-4B59-A316-D81B7CD8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767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5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00" b="1">
                <a:solidFill>
                  <a:srgbClr val="9CA2B3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9CA2B3"/>
                </a:solidFill>
                <a:latin typeface="Cascadia Mono"/>
                <a:ea typeface="Cascadia Mono"/>
                <a:cs typeface="Cascadia Mono"/>
              </a:rPr>
              <a:t>O que mudou?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1">
                <a:solidFill>
                  <a:srgbClr val="9CA2B3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9CA2B3"/>
                </a:solidFill>
                <a:latin typeface="Cascadia Mono"/>
                <a:ea typeface="Cascadia Mono"/>
                <a:cs typeface="Cascadia Mono"/>
              </a:rPr>
              <a:t>Por que mudou?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1">
                <a:solidFill>
                  <a:srgbClr val="9CA2B3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9CA2B3"/>
                </a:solidFill>
                <a:latin typeface="Cascadia Mono"/>
                <a:ea typeface="Cascadia Mono"/>
                <a:cs typeface="Cascadia Mono"/>
              </a:rPr>
              <a:t>Como você explicaria?</a:t>
            </a:r>
          </a:p>
        </p:txBody>
      </p:sp>
    </p:spTree>
    <p:extLst>
      <p:ext uri="{BB962C8B-B14F-4D97-AF65-F5344CB8AC3E}">
        <p14:creationId xmlns:p14="http://schemas.microsoft.com/office/powerpoint/2010/main" val="2923339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rid-v">
            <a:extLst xmlns:a="http://schemas.openxmlformats.org/drawingml/2006/main">
              <a:ext uri="{FF2B5EF4-FFF2-40B4-BE49-F238E27FC236}">
                <a16:creationId xmlns:a16="http://schemas.microsoft.com/office/drawing/2014/main" id="{0C919941-5F00-43D9-B8F4-7A23DC27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F8118F53-77DC-458A-8484-A49DD0D5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1F9A1466-92CC-4CBA-9010-503E203A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DE6721DB-1BA9-4FA2-99E4-C66DBC57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04D11ABC-34F6-4A4B-AC74-8721CF62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2AB1B268-1F25-4FD7-AF58-D54DC48E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824FDF8C-5036-482A-AA0E-017E9F1B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E0432093-C06A-448F-A3A2-C3017800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D29D377E-784D-4668-8A17-C564444A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B2669181-3D98-485E-B4BC-223A7AA6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B78434E3-F9F0-4728-8E29-0F4D1ADE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039AA515-FAC0-4DA4-82C2-5004594B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5CE7BBE4-3FA4-4DE8-89CC-FBAC52E9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986EAC4E-4B40-4D15-992F-6F83FAF3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1CAF5AD0-6A0F-4CC1-8BEF-36857F46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37C4697F-4DF4-432D-AC42-3E6E5078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CA37B4E9-869F-4165-B1A9-5474D062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055293F6-0778-4E15-ADF5-B0ED2F52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9ACD3DDE-0BBC-44E4-AD9F-DDA6DDA4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E3F1F10E-5E6C-44B0-83F4-94E1F6EF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1C28AFFF-566C-4448-B720-767DA7DE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293183E0-68EE-4A31-ADE9-AE1C9E02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0856941B-2A40-4455-A37E-380E4BC7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DD5614A1-A5AE-4940-8CE9-4B96076A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DBB46DB1-90D0-4B9B-BA52-6D9200BD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6ADC6CBD-CE99-4C9E-898C-42EB856C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8F811CD2-44D6-4840-92A4-DB3CAC1C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0751F85C-A197-401E-8048-BD8BAF38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2F98E69D-52EC-4AB3-9142-8F6C416C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77E6857C-61F0-45A2-927C-6BC3F1DD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56591E15-12B0-4C92-8468-C09675B4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872DA6EB-E3B9-4FAE-9F51-3B0512F1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E95C1124-BE3C-4D48-B031-83D70759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op-accent">
            <a:extLst xmlns:a="http://schemas.openxmlformats.org/drawingml/2006/main">
              <a:ext uri="{FF2B5EF4-FFF2-40B4-BE49-F238E27FC236}">
                <a16:creationId xmlns:a16="http://schemas.microsoft.com/office/drawing/2014/main" id="{AC9D9105-7191-47FE-946A-7D8F8360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4BEF1C8-B3AC-4C09-9B40-B76FC6FE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CODE ZONE</a:t>
            </a:r>
          </a:p>
        </p:txBody>
      </p:sp>
      <p:sp>
        <p:nvSpPr>
          <p:cNvPr id="36" name="footer-mid">
            <a:extLst xmlns:a="http://schemas.openxmlformats.org/drawingml/2006/main">
              <a:ext uri="{FF2B5EF4-FFF2-40B4-BE49-F238E27FC236}">
                <a16:creationId xmlns:a16="http://schemas.microsoft.com/office/drawing/2014/main" id="{9D3F7CF6-29EA-49B3-83DE-9E1A5DED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19850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EXERCÍCIOS</a:t>
            </a:r>
          </a:p>
        </p:txBody>
      </p:sp>
      <p:sp>
        <p:nvSpPr>
          <p:cNvPr id="3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3C4DE74-E533-4571-978E-7AD32871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TEMPLATE DE AULA</a:t>
            </a:r>
          </a:p>
        </p:txBody>
      </p:sp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81EB954E-52C5-45AB-872F-87E63E62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// RETRIEVAL PRACTICE</a:t>
            </a:r>
          </a:p>
        </p:txBody>
      </p:sp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7A6BDF-64A5-47E8-A851-C880E121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Exercícios independentes</a:t>
            </a:r>
          </a:p>
        </p:txBody>
      </p:sp>
      <p:sp>
        <p:nvSpPr>
          <p:cNvPr id="40" name="exercise-copy">
            <a:extLst xmlns:a="http://schemas.openxmlformats.org/drawingml/2006/main">
              <a:ext uri="{FF2B5EF4-FFF2-40B4-BE49-F238E27FC236}">
                <a16:creationId xmlns:a16="http://schemas.microsoft.com/office/drawing/2014/main" id="{6CA5C699-4B18-4A1A-B1B9-6D0282CB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Agora o aluno resolve problemas novos sem solução imediata.</a:t>
            </a:r>
          </a:p>
        </p:txBody>
      </p:sp>
      <p:sp>
        <p:nvSpPr>
          <p:cNvPr id="41" name="exercise-card">
            <a:extLst xmlns:a="http://schemas.openxmlformats.org/drawingml/2006/main">
              <a:ext uri="{FF2B5EF4-FFF2-40B4-BE49-F238E27FC236}">
                <a16:creationId xmlns:a16="http://schemas.microsoft.com/office/drawing/2014/main" id="{911912C3-95C9-47A6-9E82-6EBB3C56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6863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2" name="exercise-tag">
            <a:extLst xmlns:a="http://schemas.openxmlformats.org/drawingml/2006/main">
              <a:ext uri="{FF2B5EF4-FFF2-40B4-BE49-F238E27FC236}">
                <a16:creationId xmlns:a16="http://schemas.microsoft.com/office/drawing/2014/main" id="{65BD107D-FEBA-46C8-AC46-45D65EC6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685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exercise-letter">
            <a:extLst xmlns:a="http://schemas.openxmlformats.org/drawingml/2006/main">
              <a:ext uri="{FF2B5EF4-FFF2-40B4-BE49-F238E27FC236}">
                <a16:creationId xmlns:a16="http://schemas.microsoft.com/office/drawing/2014/main" id="{7E16DAF0-0F00-4A41-8532-A99AFAE6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289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6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21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A</a:t>
            </a:r>
          </a:p>
        </p:txBody>
      </p:sp>
      <p:sp>
        <p:nvSpPr>
          <p:cNvPr id="44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85CB123B-FC39-4AF2-B880-EFF8BA7B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81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6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Troque a entrada e preveja o impacto.</a:t>
            </a:r>
          </a:p>
        </p:txBody>
      </p:sp>
      <p:sp>
        <p:nvSpPr>
          <p:cNvPr id="45" name="exercise-card">
            <a:extLst xmlns:a="http://schemas.openxmlformats.org/drawingml/2006/main">
              <a:ext uri="{FF2B5EF4-FFF2-40B4-BE49-F238E27FC236}">
                <a16:creationId xmlns:a16="http://schemas.microsoft.com/office/drawing/2014/main" id="{486F63D8-0CA8-437B-B7F9-02BE31A7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95550"/>
            <a:ext cx="46863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6" name="exercise-tag">
            <a:extLst xmlns:a="http://schemas.openxmlformats.org/drawingml/2006/main">
              <a:ext uri="{FF2B5EF4-FFF2-40B4-BE49-F238E27FC236}">
                <a16:creationId xmlns:a16="http://schemas.microsoft.com/office/drawing/2014/main" id="{BA28E165-1716-4E13-A6BB-D62E98E1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95550"/>
            <a:ext cx="685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exercise-letter">
            <a:extLst xmlns:a="http://schemas.openxmlformats.org/drawingml/2006/main">
              <a:ext uri="{FF2B5EF4-FFF2-40B4-BE49-F238E27FC236}">
                <a16:creationId xmlns:a16="http://schemas.microsoft.com/office/drawing/2014/main" id="{6369262F-01F6-4C2C-B7DB-CAEAAD98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289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6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21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B</a:t>
            </a:r>
          </a:p>
        </p:txBody>
      </p:sp>
      <p:sp>
        <p:nvSpPr>
          <p:cNvPr id="48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2B2D538E-44D2-468B-B015-55C6769F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81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74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Explique o resultado em linguagem de negócio.</a:t>
            </a:r>
          </a:p>
        </p:txBody>
      </p:sp>
      <p:sp>
        <p:nvSpPr>
          <p:cNvPr id="49" name="exercise-card">
            <a:extLst xmlns:a="http://schemas.openxmlformats.org/drawingml/2006/main">
              <a:ext uri="{FF2B5EF4-FFF2-40B4-BE49-F238E27FC236}">
                <a16:creationId xmlns:a16="http://schemas.microsoft.com/office/drawing/2014/main" id="{456836E5-F623-4A3A-96FB-646215DD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6863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0" name="exercise-tag">
            <a:extLst xmlns:a="http://schemas.openxmlformats.org/drawingml/2006/main">
              <a:ext uri="{FF2B5EF4-FFF2-40B4-BE49-F238E27FC236}">
                <a16:creationId xmlns:a16="http://schemas.microsoft.com/office/drawing/2014/main" id="{D79E6A94-94BD-4946-A2A9-F5086889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685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exercise-letter">
            <a:extLst xmlns:a="http://schemas.openxmlformats.org/drawingml/2006/main">
              <a:ext uri="{FF2B5EF4-FFF2-40B4-BE49-F238E27FC236}">
                <a16:creationId xmlns:a16="http://schemas.microsoft.com/office/drawing/2014/main" id="{35DAAEC6-6776-48E7-9881-E432A99C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81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6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210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C</a:t>
            </a:r>
          </a:p>
        </p:txBody>
      </p:sp>
      <p:sp>
        <p:nvSpPr>
          <p:cNvPr id="52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772E0465-41C6-4C74-A2F7-2E88F198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33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9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Identifique uma limitação do método.</a:t>
            </a:r>
          </a:p>
        </p:txBody>
      </p:sp>
      <p:sp>
        <p:nvSpPr>
          <p:cNvPr id="53" name="exercise-card">
            <a:extLst xmlns:a="http://schemas.openxmlformats.org/drawingml/2006/main">
              <a:ext uri="{FF2B5EF4-FFF2-40B4-BE49-F238E27FC236}">
                <a16:creationId xmlns:a16="http://schemas.microsoft.com/office/drawing/2014/main" id="{25AB608E-7269-41C0-A6A7-77599E9F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48100"/>
            <a:ext cx="46863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4" name="exercise-tag">
            <a:extLst xmlns:a="http://schemas.openxmlformats.org/drawingml/2006/main">
              <a:ext uri="{FF2B5EF4-FFF2-40B4-BE49-F238E27FC236}">
                <a16:creationId xmlns:a16="http://schemas.microsoft.com/office/drawing/2014/main" id="{88A8BEC7-0700-4EB6-B826-D417FBCA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48100"/>
            <a:ext cx="685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exercise-letter">
            <a:extLst xmlns:a="http://schemas.openxmlformats.org/drawingml/2006/main">
              <a:ext uri="{FF2B5EF4-FFF2-40B4-BE49-F238E27FC236}">
                <a16:creationId xmlns:a16="http://schemas.microsoft.com/office/drawing/2014/main" id="{ACD9886B-B9C7-45A7-A084-C634123C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81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6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21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D</a:t>
            </a:r>
          </a:p>
        </p:txBody>
      </p:sp>
      <p:sp>
        <p:nvSpPr>
          <p:cNvPr id="56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77562097-E672-48D6-A037-DEE558A2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33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Compare com outra abordagem.</a:t>
            </a:r>
          </a:p>
        </p:txBody>
      </p:sp>
    </p:spTree>
    <p:extLst>
      <p:ext uri="{BB962C8B-B14F-4D97-AF65-F5344CB8AC3E}">
        <p14:creationId xmlns:p14="http://schemas.microsoft.com/office/powerpoint/2010/main" val="14425207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D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rid-v">
            <a:extLst xmlns:a="http://schemas.openxmlformats.org/drawingml/2006/main">
              <a:ext uri="{FF2B5EF4-FFF2-40B4-BE49-F238E27FC236}">
                <a16:creationId xmlns:a16="http://schemas.microsoft.com/office/drawing/2014/main" id="{EC537195-DE49-4C97-B5B8-4611566E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3C93BBB1-8FAE-408D-A569-457439BA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FC619F54-D171-46BA-B81E-FCE2E13D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0E3CEB38-A5DA-4F75-966D-C7E3FC81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D8F0B098-C39C-440F-85E3-197C3533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CBA6D5FC-C9A8-4AFD-AA4C-0BDDF127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22528D88-D249-455F-8F9A-57F54B8C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C8B167DE-8247-4866-BF6E-AF846467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99DBB5CA-C1D2-4C04-B6AC-94B76867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B2B282DE-A24E-4E77-BF62-BFF3B61A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4332468A-24F2-4623-A0D4-AB35FF06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F110ACFF-0913-463C-AEB0-1A76CBD0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03C3A753-F901-4693-9601-FFC6EF1F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87245708-06BE-41AC-A0AD-B5490B19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E0715ED0-A1DD-42CD-AD0F-7066736F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597C1975-594F-4ABC-92A4-9020E29E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98564189-0125-4344-812C-69DEB4E9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C1B30011-B638-4AA9-A7A1-D087C87A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E3CEC17E-47E6-4CBC-B041-FB352BC0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F8854DEE-4299-420F-9873-2D185A2B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233E3593-BF12-4823-92DA-9B1961AF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CAAECF0D-3BBB-4497-AA08-5A522CF4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80CBEE7D-9D56-4E68-8783-CB03DA91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EBB9B741-79B2-4F9D-8AE9-A132A95F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EF04C05B-85AD-4B88-84A8-3D2B571F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5D3F0F16-795E-4E99-8B5B-DA1B3DF7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67A847FD-CC8F-4AAD-88D3-1F0C1CC6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1A50668D-AACA-4AEF-9AF3-9AE1308A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58B9F2FA-7752-4466-A95D-825B3B42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72E415C2-6CDE-4D82-AE5E-F0BA8195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2385284B-1620-4643-A4F8-AA649610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9ACA0B1C-6A10-4089-8BE1-769273FE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50CF3AFE-2867-42E9-B22B-C320CF04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op-accent">
            <a:extLst xmlns:a="http://schemas.openxmlformats.org/drawingml/2006/main">
              <a:ext uri="{FF2B5EF4-FFF2-40B4-BE49-F238E27FC236}">
                <a16:creationId xmlns:a16="http://schemas.microsoft.com/office/drawing/2014/main" id="{7645540B-5BCE-4639-8A2D-DF0A3BF7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D92542F-FA1F-440B-BED7-CD833746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rPr>
              <a:t>CODE ZONE</a:t>
            </a:r>
          </a:p>
        </p:txBody>
      </p:sp>
      <p:sp>
        <p:nvSpPr>
          <p:cNvPr id="36" name="footer-mid">
            <a:extLst xmlns:a="http://schemas.openxmlformats.org/drawingml/2006/main">
              <a:ext uri="{FF2B5EF4-FFF2-40B4-BE49-F238E27FC236}">
                <a16:creationId xmlns:a16="http://schemas.microsoft.com/office/drawing/2014/main" id="{4C9821DD-7999-4B73-AEEF-E3FBEF12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19850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rPr>
              <a:t>MINI DESAFIO</a:t>
            </a:r>
          </a:p>
        </p:txBody>
      </p:sp>
      <p:sp>
        <p:nvSpPr>
          <p:cNvPr id="3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AB6B262-CFDA-4D66-8892-480472E2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rPr>
              <a:t>TEMPLATE DE AULA</a:t>
            </a:r>
          </a:p>
        </p:txBody>
      </p:sp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2C1FC80B-8015-415C-9D81-16D7FAB9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rPr>
              <a:t>// TRANSFERÊNCIA</a:t>
            </a:r>
          </a:p>
        </p:txBody>
      </p:sp>
      <p:sp>
        <p:nvSpPr>
          <p:cNvPr id="39" name="challenge-title">
            <a:extLst xmlns:a="http://schemas.openxmlformats.org/drawingml/2006/main">
              <a:ext uri="{FF2B5EF4-FFF2-40B4-BE49-F238E27FC236}">
                <a16:creationId xmlns:a16="http://schemas.microsoft.com/office/drawing/2014/main" id="{80F92C31-0CC6-4970-BFE9-A20FAFE5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46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Mini desafio</a:t>
            </a:r>
          </a:p>
        </p:txBody>
      </p:sp>
      <p:sp>
        <p:nvSpPr>
          <p:cNvPr id="40" name="challenge-copy">
            <a:extLst xmlns:a="http://schemas.openxmlformats.org/drawingml/2006/main">
              <a:ext uri="{FF2B5EF4-FFF2-40B4-BE49-F238E27FC236}">
                <a16:creationId xmlns:a16="http://schemas.microsoft.com/office/drawing/2014/main" id="{5A351A65-56DA-475F-9C53-71B96A81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8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CFD3E6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CFD3E6"/>
                </a:solidFill>
                <a:latin typeface="Inter"/>
                <a:ea typeface="Inter"/>
                <a:cs typeface="Inter"/>
              </a:rPr>
              <a:t>Proponha um problema mais aberto: adaptar, otimizar, generalizar ou comparar.</a:t>
            </a:r>
          </a:p>
        </p:txBody>
      </p:sp>
      <p:sp>
        <p:nvSpPr>
          <p:cNvPr id="41" name="challenge-brief">
            <a:extLst xmlns:a="http://schemas.openxmlformats.org/drawingml/2006/main">
              <a:ext uri="{FF2B5EF4-FFF2-40B4-BE49-F238E27FC236}">
                <a16:creationId xmlns:a16="http://schemas.microsoft.com/office/drawing/2014/main" id="{F89BD3DD-45AF-4CD7-AC21-4F78C170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62865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41722">
              <a:alpha val="92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2" name="challenge-label">
            <a:extLst xmlns:a="http://schemas.openxmlformats.org/drawingml/2006/main">
              <a:ext uri="{FF2B5EF4-FFF2-40B4-BE49-F238E27FC236}">
                <a16:creationId xmlns:a16="http://schemas.microsoft.com/office/drawing/2014/main" id="{726A946F-1D1E-4BF0-8597-D1DB346F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rPr>
              <a:t>BRIEF</a:t>
            </a:r>
          </a:p>
        </p:txBody>
      </p:sp>
      <p:sp>
        <p:nvSpPr>
          <p:cNvPr id="43" name="challenge-question">
            <a:extLst xmlns:a="http://schemas.openxmlformats.org/drawingml/2006/main">
              <a:ext uri="{FF2B5EF4-FFF2-40B4-BE49-F238E27FC236}">
                <a16:creationId xmlns:a16="http://schemas.microsoft.com/office/drawing/2014/main" id="{791B3F30-1EB9-4D39-BBA9-3AE67450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5105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6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23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Faça utilizando outra abordagem.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23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Depois justifique a decisão.</a:t>
            </a:r>
          </a:p>
        </p:txBody>
      </p:sp>
      <p:sp>
        <p:nvSpPr>
          <p:cNvPr id="44" name="success-box">
            <a:extLst xmlns:a="http://schemas.openxmlformats.org/drawingml/2006/main">
              <a:ext uri="{FF2B5EF4-FFF2-40B4-BE49-F238E27FC236}">
                <a16:creationId xmlns:a16="http://schemas.microsoft.com/office/drawing/2014/main" id="{6DEFA56B-C7C2-4179-ACE9-81E19F25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2895600" cy="30861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D8F13B"/>
          </a:solidFill>
          <a:ln xmlns:a="http://schemas.openxmlformats.org/drawingml/2006/main" w="9525">
            <a:solidFill>
              <a:srgbClr val="D8F13B"/>
            </a:solidFill>
            <a:prstDash val="solid"/>
          </a:ln>
        </p:spPr>
      </p:sp>
      <p:sp>
        <p:nvSpPr>
          <p:cNvPr id="45" name="success-title">
            <a:extLst xmlns:a="http://schemas.openxmlformats.org/drawingml/2006/main">
              <a:ext uri="{FF2B5EF4-FFF2-40B4-BE49-F238E27FC236}">
                <a16:creationId xmlns:a16="http://schemas.microsoft.com/office/drawing/2014/main" id="{516889A1-589E-4490-B9DD-E2A4CCF1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0D0F1A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0D0F1A"/>
                </a:solidFill>
                <a:latin typeface="Cascadia Mono"/>
                <a:ea typeface="Cascadia Mono"/>
                <a:cs typeface="Cascadia Mono"/>
              </a:rPr>
              <a:t>CRITÉRIOS</a:t>
            </a:r>
          </a:p>
        </p:txBody>
      </p:sp>
      <p:sp>
        <p:nvSpPr>
          <p:cNvPr id="46" name="success-list">
            <a:extLst xmlns:a="http://schemas.openxmlformats.org/drawingml/2006/main">
              <a:ext uri="{FF2B5EF4-FFF2-40B4-BE49-F238E27FC236}">
                <a16:creationId xmlns:a16="http://schemas.microsoft.com/office/drawing/2014/main" id="{E3EBD433-E121-4D6C-883E-81C61D9A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2095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350" b="0">
                <a:solidFill>
                  <a:srgbClr val="1B2030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B2030"/>
                </a:solidFill>
                <a:latin typeface="Inter"/>
                <a:ea typeface="Inter"/>
                <a:cs typeface="Inter"/>
              </a:rPr>
              <a:t>executa sem erro</a:t>
            </a:r>
          </a:p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350" b="0">
                <a:solidFill>
                  <a:srgbClr val="1B2030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B2030"/>
                </a:solidFill>
                <a:latin typeface="Inter"/>
                <a:ea typeface="Inter"/>
                <a:cs typeface="Inter"/>
              </a:rPr>
              <a:t>saída interpretada</a:t>
            </a:r>
          </a:p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350" b="0">
                <a:solidFill>
                  <a:srgbClr val="1B2030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B2030"/>
                </a:solidFill>
                <a:latin typeface="Inter"/>
                <a:ea typeface="Inter"/>
                <a:cs typeface="Inter"/>
              </a:rPr>
              <a:t>limites declarados</a:t>
            </a:r>
          </a:p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350" b="0">
                <a:solidFill>
                  <a:srgbClr val="1B2030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B2030"/>
                </a:solidFill>
                <a:latin typeface="Inter"/>
                <a:ea typeface="Inter"/>
                <a:cs typeface="Inter"/>
              </a:rPr>
              <a:t>decisão justificada</a:t>
            </a:r>
          </a:p>
        </p:txBody>
      </p:sp>
    </p:spTree>
    <p:extLst>
      <p:ext uri="{BB962C8B-B14F-4D97-AF65-F5344CB8AC3E}">
        <p14:creationId xmlns:p14="http://schemas.microsoft.com/office/powerpoint/2010/main" val="6338093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rid-v">
            <a:extLst xmlns:a="http://schemas.openxmlformats.org/drawingml/2006/main">
              <a:ext uri="{FF2B5EF4-FFF2-40B4-BE49-F238E27FC236}">
                <a16:creationId xmlns:a16="http://schemas.microsoft.com/office/drawing/2014/main" id="{614672C9-F596-4ACF-B119-BB02AD29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D9B5B438-EDFB-49A0-9B28-629D1409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4762F59A-8C7D-42BB-9457-E05F45AB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16564523-29E8-4AA5-B3BD-AD8303E6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E7FF6D3F-921D-42A3-AB63-2A206808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35B1AAE8-498F-433C-A225-E9F47384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1DFBA77A-C964-4E4F-8834-D4DA7B04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B1D9B709-693E-493E-BE61-650DE3FA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091D891B-803C-4683-86A8-7ABFB4FF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2885E023-633D-4617-A70A-A0C91B5D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B6F0ACC3-147A-48CB-B8E9-0371F496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926FE24E-9254-453A-AAB8-C58DC54D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29DB667E-2F8F-4B5F-A1F6-585AB25C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3A3B0910-367D-447A-98CA-05D005AF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5714DBEE-9DE2-4E09-9F15-A7CFDED9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FF08496F-F8F0-4D71-B8BC-44353E06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0905CFEB-9158-42EB-BB07-157E020D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1141205D-72A7-4EDD-AA78-4C1C3DBE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EF462B7D-F4E5-4534-A9CA-5CD55C58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4E1DA83C-1B84-417F-BFD2-77B25120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F0CB3B02-D810-479C-A551-D3771E45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45F4A1FB-733D-42A5-8B1E-5ACC6B01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34EE0223-593F-4888-9101-B975A80F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1C09164D-79BC-4B39-B696-E5B76836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CDE158BC-7977-4847-8F56-0D7427EE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FEA9A840-407C-4CA6-82C3-D61D4E83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F9A9ADF5-5FAC-4959-A002-97B160D4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29291B4F-12E7-4AE8-8608-803BC9C6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A167E231-3BC9-423A-A89C-EA96E45A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75862741-8486-4C3A-A344-0A6CA51B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E0D9540F-CE7C-437E-A8BD-D5E2FA13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728048CA-787D-479E-8B0B-DF92B37A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059EBD26-F7DF-4A56-AA4B-FABF6E4E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op-accent">
            <a:extLst xmlns:a="http://schemas.openxmlformats.org/drawingml/2006/main">
              <a:ext uri="{FF2B5EF4-FFF2-40B4-BE49-F238E27FC236}">
                <a16:creationId xmlns:a16="http://schemas.microsoft.com/office/drawing/2014/main" id="{1F674327-028F-4D66-A22A-0FAAAD2A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3A61716-13DE-4931-92B4-074CB9AF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CODE ZONE</a:t>
            </a:r>
          </a:p>
        </p:txBody>
      </p:sp>
      <p:sp>
        <p:nvSpPr>
          <p:cNvPr id="36" name="footer-mid">
            <a:extLst xmlns:a="http://schemas.openxmlformats.org/drawingml/2006/main">
              <a:ext uri="{FF2B5EF4-FFF2-40B4-BE49-F238E27FC236}">
                <a16:creationId xmlns:a16="http://schemas.microsoft.com/office/drawing/2014/main" id="{F96D4548-45C5-4C9D-B196-D36C6832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19850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RESUMO</a:t>
            </a:r>
          </a:p>
        </p:txBody>
      </p:sp>
      <p:sp>
        <p:nvSpPr>
          <p:cNvPr id="3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B13D7A7-193C-46FF-AA78-9B741058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TEMPLATE DE AULA</a:t>
            </a:r>
          </a:p>
        </p:txBody>
      </p:sp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53EC0A56-AD91-45C9-88AA-19C40B5D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// FECHAMENTO</a:t>
            </a:r>
          </a:p>
        </p:txBody>
      </p:sp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CCADDC-77F7-4346-825C-4B68DA01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Resumo e checklist</a:t>
            </a:r>
          </a:p>
        </p:txBody>
      </p:sp>
      <p:sp>
        <p:nvSpPr>
          <p:cNvPr id="40" name="summary-card">
            <a:extLst xmlns:a="http://schemas.openxmlformats.org/drawingml/2006/main">
              <a:ext uri="{FF2B5EF4-FFF2-40B4-BE49-F238E27FC236}">
                <a16:creationId xmlns:a16="http://schemas.microsoft.com/office/drawing/2014/main" id="{9BC3CA26-FD4F-48EC-A431-5256C02B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5720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1" name="summary-label">
            <a:extLst xmlns:a="http://schemas.openxmlformats.org/drawingml/2006/main">
              <a:ext uri="{FF2B5EF4-FFF2-40B4-BE49-F238E27FC236}">
                <a16:creationId xmlns:a16="http://schemas.microsoft.com/office/drawing/2014/main" id="{6D526A09-9D7F-4281-BD3A-7A726217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CONCEITOS PRINCIPAIS</a:t>
            </a:r>
          </a:p>
        </p:txBody>
      </p:sp>
      <p:sp>
        <p:nvSpPr>
          <p:cNvPr id="42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E4D27A2B-463C-4A64-87C7-E81C1D4B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425" b="0">
                <a:solidFill>
                  <a:srgbClr val="1B2030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B2030"/>
                </a:solidFill>
                <a:latin typeface="Inter"/>
                <a:ea typeface="Inter"/>
                <a:cs typeface="Inter"/>
              </a:rPr>
              <a:t>Conceito 1 em uma frase.</a:t>
            </a:r>
          </a:p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425" b="0">
                <a:solidFill>
                  <a:srgbClr val="1B2030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B2030"/>
                </a:solidFill>
                <a:latin typeface="Inter"/>
                <a:ea typeface="Inter"/>
                <a:cs typeface="Inter"/>
              </a:rPr>
              <a:t>Conceito 2 conectado ao problema.</a:t>
            </a:r>
          </a:p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425" b="0">
                <a:solidFill>
                  <a:srgbClr val="1B2030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B2030"/>
                </a:solidFill>
                <a:latin typeface="Inter"/>
                <a:ea typeface="Inter"/>
                <a:cs typeface="Inter"/>
              </a:rPr>
              <a:t>Limitação ou cuidado central.</a:t>
            </a:r>
          </a:p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425" b="0">
                <a:solidFill>
                  <a:srgbClr val="1B2030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B2030"/>
                </a:solidFill>
                <a:latin typeface="Inter"/>
                <a:ea typeface="Inter"/>
                <a:cs typeface="Inter"/>
              </a:rPr>
              <a:t>Boa prática que deve ficar.</a:t>
            </a:r>
          </a:p>
        </p:txBody>
      </p:sp>
      <p:sp>
        <p:nvSpPr>
          <p:cNvPr id="43" name="checklist-card">
            <a:extLst xmlns:a="http://schemas.openxmlformats.org/drawingml/2006/main">
              <a:ext uri="{FF2B5EF4-FFF2-40B4-BE49-F238E27FC236}">
                <a16:creationId xmlns:a16="http://schemas.microsoft.com/office/drawing/2014/main" id="{11AEE9D4-4168-4952-BF0B-6B7AF7D9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95500"/>
            <a:ext cx="48958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0D0F1A"/>
          </a:solidFill>
          <a:ln xmlns:a="http://schemas.openxmlformats.org/drawingml/2006/main" w="9525">
            <a:solidFill>
              <a:srgbClr val="0D0F1A"/>
            </a:solidFill>
            <a:prstDash val="solid"/>
          </a:ln>
        </p:spPr>
      </p:sp>
      <p:sp>
        <p:nvSpPr>
          <p:cNvPr id="44" name="checklist-label">
            <a:extLst xmlns:a="http://schemas.openxmlformats.org/drawingml/2006/main">
              <a:ext uri="{FF2B5EF4-FFF2-40B4-BE49-F238E27FC236}">
                <a16:creationId xmlns:a16="http://schemas.microsoft.com/office/drawing/2014/main" id="{8D26F874-4FB7-4BF8-8948-23363F4D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193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rPr>
              <a:t>CHECKLIST DE CONCLUSÃO</a:t>
            </a:r>
          </a:p>
        </p:txBody>
      </p:sp>
      <p:sp>
        <p:nvSpPr>
          <p:cNvPr id="45" name="checklist-bullets">
            <a:extLst xmlns:a="http://schemas.openxmlformats.org/drawingml/2006/main">
              <a:ext uri="{FF2B5EF4-FFF2-40B4-BE49-F238E27FC236}">
                <a16:creationId xmlns:a16="http://schemas.microsoft.com/office/drawing/2014/main" id="{F960C14F-B9CF-4626-82AB-15F961F3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36385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350" b="0">
                <a:solidFill>
                  <a:srgbClr val="D7DBE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7DBEA"/>
                </a:solidFill>
                <a:latin typeface="Inter"/>
                <a:ea typeface="Inter"/>
                <a:cs typeface="Inter"/>
              </a:rPr>
              <a:t>explicar sem copiar definição</a:t>
            </a:r>
          </a:p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350" b="0">
                <a:solidFill>
                  <a:srgbClr val="D7DBE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7DBEA"/>
                </a:solidFill>
                <a:latin typeface="Inter"/>
                <a:ea typeface="Inter"/>
                <a:cs typeface="Inter"/>
              </a:rPr>
              <a:t>executar o exemplo trabalhado</a:t>
            </a:r>
          </a:p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350" b="0">
                <a:solidFill>
                  <a:srgbClr val="D7DBE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7DBEA"/>
                </a:solidFill>
                <a:latin typeface="Inter"/>
                <a:ea typeface="Inter"/>
                <a:cs typeface="Inter"/>
              </a:rPr>
              <a:t>alterar parâmetro e prever impacto</a:t>
            </a:r>
          </a:p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350" b="0">
                <a:solidFill>
                  <a:srgbClr val="D7DBE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7DBEA"/>
                </a:solidFill>
                <a:latin typeface="Inter"/>
                <a:ea typeface="Inter"/>
                <a:cs typeface="Inter"/>
              </a:rPr>
              <a:t>interpretar a saída</a:t>
            </a:r>
          </a:p>
          <a:p xmlns:a="http://schemas.openxmlformats.org/drawingml/2006/main">
            <a:pPr marL="22" indent="-12" algn="l">
              <a:lnSpc>
                <a:spcPct val="125000"/>
              </a:lnSpc>
              <a:spcAft>
                <a:spcPts val="8"/>
              </a:spcAft>
              <a:buNone/>
              <a:defRPr sz="1350" b="0">
                <a:solidFill>
                  <a:srgbClr val="D7DBE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7DBEA"/>
                </a:solidFill>
                <a:latin typeface="Inter"/>
                <a:ea typeface="Inter"/>
                <a:cs typeface="Inter"/>
              </a:rPr>
              <a:t>apontar uma limitação</a:t>
            </a:r>
          </a:p>
        </p:txBody>
      </p:sp>
    </p:spTree>
    <p:extLst>
      <p:ext uri="{BB962C8B-B14F-4D97-AF65-F5344CB8AC3E}">
        <p14:creationId xmlns:p14="http://schemas.microsoft.com/office/powerpoint/2010/main" val="9394587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D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rid-v">
            <a:extLst xmlns:a="http://schemas.openxmlformats.org/drawingml/2006/main">
              <a:ext uri="{FF2B5EF4-FFF2-40B4-BE49-F238E27FC236}">
                <a16:creationId xmlns:a16="http://schemas.microsoft.com/office/drawing/2014/main" id="{26F98274-EFAF-4DC6-8500-EC3E7E05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44E9134D-7375-4492-8147-C7679E2E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00B134FA-1F85-49B5-B866-6E3399DC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03055843-C39E-417C-BC08-7EEF1FF3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254AB7E2-FDE7-4BBA-B491-B2BDBAD3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591326CE-CF3D-499C-98BE-CD0007F6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391F73DF-5CF4-4865-A5C4-32077FED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036469CE-D950-4352-AA97-CBD335F9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57EBFE9A-BCD5-4D52-9179-5A4A5E48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F49F5853-A2DB-46C2-B305-AE6ADE5E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B6D8A766-9059-45B8-9DFD-DE90669B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F19D0736-226A-498D-B149-38C22E6C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88AFEA2D-04C0-49CD-BCAF-2E82B537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908A7317-9F56-4082-87B1-75E9A425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B8FC7345-5515-4BDC-A7C6-AB73194B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FF61A9BA-A3FE-429D-8236-1F28B854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1193A418-7E93-4898-B885-79DE420D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3C3501EF-DCE7-4F6B-B077-81EFDC3B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FDECA21B-0151-4FA2-8545-0CECEA97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94171F4F-8DDF-496D-8340-75FB440D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AC7A9252-45A3-4B78-AB08-1FE47B66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3BC53B0F-306B-4EE9-925F-0F174C26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273BCF8E-9958-42A4-86CD-ECEA3F9C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CD249127-D4AE-44A0-8C76-AF89709C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33895B11-B3DC-4E5D-A90D-D549A485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9B54EF8D-5F9A-4315-83BB-797568CB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2CFF1A4A-3FF0-48CA-86E9-B89034FD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BC10C40F-F2E8-482E-9F25-24771CA7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2D8CE40E-F75B-4041-96DD-F40A1154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F02D2A11-09AA-4C4D-823B-ECF6A1D6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BE362469-863E-4548-AC0E-C06CF393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FE20A0CA-21B4-4672-AF72-67190199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81CB65D4-C66E-46D8-BAB5-02D55C21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op-accent">
            <a:extLst xmlns:a="http://schemas.openxmlformats.org/drawingml/2006/main">
              <a:ext uri="{FF2B5EF4-FFF2-40B4-BE49-F238E27FC236}">
                <a16:creationId xmlns:a16="http://schemas.microsoft.com/office/drawing/2014/main" id="{0161E77D-5347-4149-AB7C-6839AC89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92669DF-1DC7-4035-89A4-641B753C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rPr>
              <a:t>CODE ZONE</a:t>
            </a:r>
          </a:p>
        </p:txBody>
      </p:sp>
      <p:sp>
        <p:nvSpPr>
          <p:cNvPr id="36" name="footer-mid">
            <a:extLst xmlns:a="http://schemas.openxmlformats.org/drawingml/2006/main">
              <a:ext uri="{FF2B5EF4-FFF2-40B4-BE49-F238E27FC236}">
                <a16:creationId xmlns:a16="http://schemas.microsoft.com/office/drawing/2014/main" id="{E883488B-BB86-45F6-83F9-BA40AA56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19850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rPr>
              <a:t>PRÓXIMO MÓDULO</a:t>
            </a:r>
          </a:p>
        </p:txBody>
      </p:sp>
      <p:sp>
        <p:nvSpPr>
          <p:cNvPr id="3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5360EF0-CE3A-4FE0-AA88-C4F60378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37A8E"/>
                </a:solidFill>
                <a:latin typeface="Cascadia Mono"/>
                <a:ea typeface="Cascadia Mono"/>
                <a:cs typeface="Cascadia Mono"/>
              </a:rPr>
              <a:t>TEMPLATE DE AULA</a:t>
            </a:r>
          </a:p>
        </p:txBody>
      </p:sp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83DAF18C-30D9-4B03-B16C-14D575D5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rPr>
              <a:t>// CONTINUIDADE</a:t>
            </a:r>
          </a:p>
        </p:txBody>
      </p:sp>
      <p:sp>
        <p:nvSpPr>
          <p:cNvPr id="39" name="next-title">
            <a:extLst xmlns:a="http://schemas.openxmlformats.org/drawingml/2006/main">
              <a:ext uri="{FF2B5EF4-FFF2-40B4-BE49-F238E27FC236}">
                <a16:creationId xmlns:a16="http://schemas.microsoft.com/office/drawing/2014/main" id="{AA0F88AC-E7F9-4C46-BBFA-E3EB131E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90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40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Hoje aprendemos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40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[conceito atual].</a:t>
            </a:r>
          </a:p>
        </p:txBody>
      </p:sp>
      <p:sp>
        <p:nvSpPr>
          <p:cNvPr id="40" name="next-title2">
            <a:extLst xmlns:a="http://schemas.openxmlformats.org/drawingml/2006/main">
              <a:ext uri="{FF2B5EF4-FFF2-40B4-BE49-F238E27FC236}">
                <a16:creationId xmlns:a16="http://schemas.microsoft.com/office/drawing/2014/main" id="{E594DA81-7980-4BC1-A29F-F896251A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647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D8F13B"/>
                </a:solidFill>
                <a:latin typeface="Space Grotesk"/>
                <a:ea typeface="Space Grotesk"/>
                <a:cs typeface="Space Grotesk"/>
              </a:defRPr>
            </a:pPr>
            <a:r>
              <a:rPr sz="3600" b="1">
                <a:solidFill>
                  <a:srgbClr val="D8F13B"/>
                </a:solidFill>
                <a:latin typeface="Space Grotesk"/>
                <a:ea typeface="Space Grotesk"/>
                <a:cs typeface="Space Grotesk"/>
              </a:rPr>
              <a:t>No próximo módulo,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D8F13B"/>
                </a:solidFill>
                <a:latin typeface="Space Grotesk"/>
                <a:ea typeface="Space Grotesk"/>
                <a:cs typeface="Space Grotesk"/>
              </a:defRPr>
            </a:pPr>
            <a:r>
              <a:rPr sz="3600" b="1">
                <a:solidFill>
                  <a:srgbClr val="D8F13B"/>
                </a:solidFill>
                <a:latin typeface="Space Grotesk"/>
                <a:ea typeface="Space Grotesk"/>
                <a:cs typeface="Space Grotesk"/>
              </a:rPr>
              <a:t>veremos [próximo bloco].</a:t>
            </a:r>
          </a:p>
        </p:txBody>
      </p:sp>
      <p:sp>
        <p:nvSpPr>
          <p:cNvPr id="41" name="next-copy">
            <a:extLst xmlns:a="http://schemas.openxmlformats.org/drawingml/2006/main">
              <a:ext uri="{FF2B5EF4-FFF2-40B4-BE49-F238E27FC236}">
                <a16:creationId xmlns:a16="http://schemas.microsoft.com/office/drawing/2014/main" id="{7B9A75CA-6CB7-4ACB-973D-75A45CCA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0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CFD3E6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CFD3E6"/>
                </a:solidFill>
                <a:latin typeface="Inter"/>
                <a:ea typeface="Inter"/>
                <a:cs typeface="Inter"/>
              </a:rPr>
              <a:t>Explique por que a próxima aula depende desta e qual problema novo ficará possível resolver.</a:t>
            </a:r>
          </a:p>
        </p:txBody>
      </p:sp>
      <p:sp>
        <p:nvSpPr>
          <p:cNvPr id="42" name="data-visual-shell">
            <a:extLst xmlns:a="http://schemas.openxmlformats.org/drawingml/2006/main">
              <a:ext uri="{FF2B5EF4-FFF2-40B4-BE49-F238E27FC236}">
                <a16:creationId xmlns:a16="http://schemas.microsoft.com/office/drawing/2014/main" id="{C34492C5-5876-4CC7-836B-B556A41B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85850"/>
            <a:ext cx="3143250" cy="392430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B0D17">
              <a:alpha val="88000"/>
            </a:srgbClr>
          </a:solidFill>
          <a:ln xmlns:a="http://schemas.openxmlformats.org/drawingml/2006/main" w="9525">
            <a:solidFill>
              <a:srgbClr val="4A55FF">
                <a:alpha val="48000"/>
              </a:srgbClr>
            </a:solidFill>
            <a:prstDash val="solid"/>
          </a:ln>
        </p:spPr>
      </p:sp>
      <p:sp>
        <p:nvSpPr>
          <p:cNvPr id="43" name="visual-topline">
            <a:extLst xmlns:a="http://schemas.openxmlformats.org/drawingml/2006/main">
              <a:ext uri="{FF2B5EF4-FFF2-40B4-BE49-F238E27FC236}">
                <a16:creationId xmlns:a16="http://schemas.microsoft.com/office/drawing/2014/main" id="{36CA171B-32FC-4F35-B96D-38A6E5BD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430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visual-footerline">
            <a:extLst xmlns:a="http://schemas.openxmlformats.org/drawingml/2006/main">
              <a:ext uri="{FF2B5EF4-FFF2-40B4-BE49-F238E27FC236}">
                <a16:creationId xmlns:a16="http://schemas.microsoft.com/office/drawing/2014/main" id="{53F0E74C-776E-48AD-936A-7734806C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529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5C8FBA51-A993-426D-8D99-1FB22E5D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477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777D91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777D91"/>
                </a:solidFill>
                <a:latin typeface="Cascadia Mono"/>
                <a:ea typeface="Cascadia Mono"/>
                <a:cs typeface="Cascadia Mono"/>
              </a:rPr>
              <a:t>KNOWLEDGE_GRAPH.ZONE</a:t>
            </a:r>
          </a:p>
        </p:txBody>
      </p:sp>
      <p:sp>
        <p:nvSpPr>
          <p:cNvPr id="46" name="visual-live">
            <a:extLst xmlns:a="http://schemas.openxmlformats.org/drawingml/2006/main">
              <a:ext uri="{FF2B5EF4-FFF2-40B4-BE49-F238E27FC236}">
                <a16:creationId xmlns:a16="http://schemas.microsoft.com/office/drawing/2014/main" id="{757C1627-E67B-490B-93D4-961775AF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247775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rPr>
              <a:t>LIVE</a:t>
            </a:r>
          </a:p>
        </p:txBody>
      </p:sp>
      <p:sp>
        <p:nvSpPr>
          <p:cNvPr id="47" name="mini-grid-v">
            <a:extLst xmlns:a="http://schemas.openxmlformats.org/drawingml/2006/main">
              <a:ext uri="{FF2B5EF4-FFF2-40B4-BE49-F238E27FC236}">
                <a16:creationId xmlns:a16="http://schemas.microsoft.com/office/drawing/2014/main" id="{FE82EB37-7B63-462C-8059-22EA8B75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1450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mini-grid-v">
            <a:extLst xmlns:a="http://schemas.openxmlformats.org/drawingml/2006/main">
              <a:ext uri="{FF2B5EF4-FFF2-40B4-BE49-F238E27FC236}">
                <a16:creationId xmlns:a16="http://schemas.microsoft.com/office/drawing/2014/main" id="{3FCF52DA-8DBF-4822-8B2A-C7716AF9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mini-grid-v">
            <a:extLst xmlns:a="http://schemas.openxmlformats.org/drawingml/2006/main">
              <a:ext uri="{FF2B5EF4-FFF2-40B4-BE49-F238E27FC236}">
                <a16:creationId xmlns:a16="http://schemas.microsoft.com/office/drawing/2014/main" id="{0D0CAB07-5CFA-4060-BE25-9B7B3B1A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1450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mini-grid-v">
            <a:extLst xmlns:a="http://schemas.openxmlformats.org/drawingml/2006/main">
              <a:ext uri="{FF2B5EF4-FFF2-40B4-BE49-F238E27FC236}">
                <a16:creationId xmlns:a16="http://schemas.microsoft.com/office/drawing/2014/main" id="{7B62A60C-CEB7-4812-8F36-AF121EC2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1450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mini-grid-v">
            <a:extLst xmlns:a="http://schemas.openxmlformats.org/drawingml/2006/main">
              <a:ext uri="{FF2B5EF4-FFF2-40B4-BE49-F238E27FC236}">
                <a16:creationId xmlns:a16="http://schemas.microsoft.com/office/drawing/2014/main" id="{729F5E13-BDA2-484D-8C8F-B7C901CC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1450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mini-grid-v">
            <a:extLst xmlns:a="http://schemas.openxmlformats.org/drawingml/2006/main">
              <a:ext uri="{FF2B5EF4-FFF2-40B4-BE49-F238E27FC236}">
                <a16:creationId xmlns:a16="http://schemas.microsoft.com/office/drawing/2014/main" id="{B8D59494-E5DE-4684-8CD7-5DBAFDEA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1450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mini-grid-v">
            <a:extLst xmlns:a="http://schemas.openxmlformats.org/drawingml/2006/main">
              <a:ext uri="{FF2B5EF4-FFF2-40B4-BE49-F238E27FC236}">
                <a16:creationId xmlns:a16="http://schemas.microsoft.com/office/drawing/2014/main" id="{D8833629-7DE0-46A3-B53C-081A6898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1450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mini-grid-v">
            <a:extLst xmlns:a="http://schemas.openxmlformats.org/drawingml/2006/main">
              <a:ext uri="{FF2B5EF4-FFF2-40B4-BE49-F238E27FC236}">
                <a16:creationId xmlns:a16="http://schemas.microsoft.com/office/drawing/2014/main" id="{51B14C2A-A990-4D55-9BC2-77E8BE4C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71450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mini-grid-v">
            <a:extLst xmlns:a="http://schemas.openxmlformats.org/drawingml/2006/main">
              <a:ext uri="{FF2B5EF4-FFF2-40B4-BE49-F238E27FC236}">
                <a16:creationId xmlns:a16="http://schemas.microsoft.com/office/drawing/2014/main" id="{2D53FEE0-4167-410B-B5C3-8B3647B1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71450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mini-grid-v">
            <a:extLst xmlns:a="http://schemas.openxmlformats.org/drawingml/2006/main">
              <a:ext uri="{FF2B5EF4-FFF2-40B4-BE49-F238E27FC236}">
                <a16:creationId xmlns:a16="http://schemas.microsoft.com/office/drawing/2014/main" id="{7B142822-DA7C-43FE-A9B6-892E03C9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71450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mini-grid-h">
            <a:extLst xmlns:a="http://schemas.openxmlformats.org/drawingml/2006/main">
              <a:ext uri="{FF2B5EF4-FFF2-40B4-BE49-F238E27FC236}">
                <a16:creationId xmlns:a16="http://schemas.microsoft.com/office/drawing/2014/main" id="{B0002474-CC9E-4A73-9257-2D0540E8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14500"/>
            <a:ext cx="280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mini-grid-h">
            <a:extLst xmlns:a="http://schemas.openxmlformats.org/drawingml/2006/main">
              <a:ext uri="{FF2B5EF4-FFF2-40B4-BE49-F238E27FC236}">
                <a16:creationId xmlns:a16="http://schemas.microsoft.com/office/drawing/2014/main" id="{3A1113B3-EE0F-4A10-B9C4-E2830FB2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19300"/>
            <a:ext cx="280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mini-grid-h">
            <a:extLst xmlns:a="http://schemas.openxmlformats.org/drawingml/2006/main">
              <a:ext uri="{FF2B5EF4-FFF2-40B4-BE49-F238E27FC236}">
                <a16:creationId xmlns:a16="http://schemas.microsoft.com/office/drawing/2014/main" id="{55EADE35-BE4A-4569-990D-B3E6E730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24100"/>
            <a:ext cx="280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mini-grid-h">
            <a:extLst xmlns:a="http://schemas.openxmlformats.org/drawingml/2006/main">
              <a:ext uri="{FF2B5EF4-FFF2-40B4-BE49-F238E27FC236}">
                <a16:creationId xmlns:a16="http://schemas.microsoft.com/office/drawing/2014/main" id="{BEDF8754-6236-40DB-943A-145E5832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28900"/>
            <a:ext cx="280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mini-grid-h">
            <a:extLst xmlns:a="http://schemas.openxmlformats.org/drawingml/2006/main">
              <a:ext uri="{FF2B5EF4-FFF2-40B4-BE49-F238E27FC236}">
                <a16:creationId xmlns:a16="http://schemas.microsoft.com/office/drawing/2014/main" id="{9D62D5FC-E84B-416C-9B1B-F9EF0BBE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33700"/>
            <a:ext cx="280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mini-grid-h">
            <a:extLst xmlns:a="http://schemas.openxmlformats.org/drawingml/2006/main">
              <a:ext uri="{FF2B5EF4-FFF2-40B4-BE49-F238E27FC236}">
                <a16:creationId xmlns:a16="http://schemas.microsoft.com/office/drawing/2014/main" id="{C92AA2D1-881C-4DF3-BCBC-3223A887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38500"/>
            <a:ext cx="280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mini-grid-h">
            <a:extLst xmlns:a="http://schemas.openxmlformats.org/drawingml/2006/main">
              <a:ext uri="{FF2B5EF4-FFF2-40B4-BE49-F238E27FC236}">
                <a16:creationId xmlns:a16="http://schemas.microsoft.com/office/drawing/2014/main" id="{1F55C3B6-1402-4C5E-A26A-7DDF2530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43300"/>
            <a:ext cx="280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mini-grid-h">
            <a:extLst xmlns:a="http://schemas.openxmlformats.org/drawingml/2006/main">
              <a:ext uri="{FF2B5EF4-FFF2-40B4-BE49-F238E27FC236}">
                <a16:creationId xmlns:a16="http://schemas.microsoft.com/office/drawing/2014/main" id="{D4CB51DC-E0E9-43C1-A0FB-DF11C179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48100"/>
            <a:ext cx="280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mini-grid-h">
            <a:extLst xmlns:a="http://schemas.openxmlformats.org/drawingml/2006/main">
              <a:ext uri="{FF2B5EF4-FFF2-40B4-BE49-F238E27FC236}">
                <a16:creationId xmlns:a16="http://schemas.microsoft.com/office/drawing/2014/main" id="{43E10B3C-259C-46B8-9C50-20AF1958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52900"/>
            <a:ext cx="280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axis-x">
            <a:extLst xmlns:a="http://schemas.openxmlformats.org/drawingml/2006/main">
              <a:ext uri="{FF2B5EF4-FFF2-40B4-BE49-F238E27FC236}">
                <a16:creationId xmlns:a16="http://schemas.microsoft.com/office/drawing/2014/main" id="{BA19CE9C-3830-4E96-8B3C-BFF4E803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48000"/>
            <a:ext cx="280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FF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axis-y">
            <a:extLst xmlns:a="http://schemas.openxmlformats.org/drawingml/2006/main">
              <a:ext uri="{FF2B5EF4-FFF2-40B4-BE49-F238E27FC236}">
                <a16:creationId xmlns:a16="http://schemas.microsoft.com/office/drawing/2014/main" id="{8845641C-A787-4589-A223-773D0368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1450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FF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connector">
            <a:extLst xmlns:a="http://schemas.openxmlformats.org/drawingml/2006/main">
              <a:ext uri="{FF2B5EF4-FFF2-40B4-BE49-F238E27FC236}">
                <a16:creationId xmlns:a16="http://schemas.microsoft.com/office/drawing/2014/main" id="{CC4B4E6B-6BA8-411B-AA9E-89311066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29150"/>
            <a:ext cx="971550" cy="-1771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C8FF">
                <a:alpha val="55000"/>
              </a:srgbClr>
            </a:solidFill>
            <a:prstDash val="dash"/>
          </a:ln>
        </p:spPr>
      </p:sp>
      <p:sp>
        <p:nvSpPr>
          <p:cNvPr id="69" name="connector">
            <a:extLst xmlns:a="http://schemas.openxmlformats.org/drawingml/2006/main">
              <a:ext uri="{FF2B5EF4-FFF2-40B4-BE49-F238E27FC236}">
                <a16:creationId xmlns:a16="http://schemas.microsoft.com/office/drawing/2014/main" id="{B881CE5B-9307-4F4F-8EB8-4F6BCFEE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57500"/>
            <a:ext cx="133350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C8FF">
                <a:alpha val="55000"/>
              </a:srgbClr>
            </a:solidFill>
            <a:prstDash val="dash"/>
          </a:ln>
        </p:spPr>
      </p:sp>
      <p:sp>
        <p:nvSpPr>
          <p:cNvPr id="70" name="connector">
            <a:extLst xmlns:a="http://schemas.openxmlformats.org/drawingml/2006/main">
              <a:ext uri="{FF2B5EF4-FFF2-40B4-BE49-F238E27FC236}">
                <a16:creationId xmlns:a16="http://schemas.microsoft.com/office/drawing/2014/main" id="{E5E3FD84-4725-44F5-AF2E-E6A39D3E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733800"/>
            <a:ext cx="1104900" cy="-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C8FF">
                <a:alpha val="55000"/>
              </a:srgbClr>
            </a:solidFill>
            <a:prstDash val="dash"/>
          </a:ln>
        </p:spPr>
      </p:sp>
      <p:sp>
        <p:nvSpPr>
          <p:cNvPr id="71" name="connector">
            <a:extLst xmlns:a="http://schemas.openxmlformats.org/drawingml/2006/main">
              <a:ext uri="{FF2B5EF4-FFF2-40B4-BE49-F238E27FC236}">
                <a16:creationId xmlns:a16="http://schemas.microsoft.com/office/drawing/2014/main" id="{0B90F599-BDD5-4D0C-AA65-8F7D2BDB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733800"/>
            <a:ext cx="914400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C8FF">
                <a:alpha val="55000"/>
              </a:srgbClr>
            </a:solidFill>
            <a:prstDash val="dash"/>
          </a:ln>
        </p:spPr>
      </p:sp>
      <p:sp>
        <p:nvSpPr>
          <p:cNvPr id="72" name="connector">
            <a:extLst xmlns:a="http://schemas.openxmlformats.org/drawingml/2006/main">
              <a:ext uri="{FF2B5EF4-FFF2-40B4-BE49-F238E27FC236}">
                <a16:creationId xmlns:a16="http://schemas.microsoft.com/office/drawing/2014/main" id="{186123A6-C8B7-4E55-9096-ABA4A4A3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29150"/>
            <a:ext cx="2305050" cy="-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C8FF">
                <a:alpha val="30000"/>
              </a:srgbClr>
            </a:solidFill>
            <a:prstDash val="dash"/>
          </a:ln>
        </p:spPr>
      </p:sp>
      <p:sp>
        <p:nvSpPr>
          <p:cNvPr id="73" name="visual-node">
            <a:extLst xmlns:a="http://schemas.openxmlformats.org/drawingml/2006/main">
              <a:ext uri="{FF2B5EF4-FFF2-40B4-BE49-F238E27FC236}">
                <a16:creationId xmlns:a16="http://schemas.microsoft.com/office/drawing/2014/main" id="{4D0B9409-FFCD-48DC-A5A1-04B841A0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686800" y="44005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/>
          </a:solidFill>
          <a:ln xmlns:a="http://schemas.openxmlformats.org/drawingml/2006/main" w="9525">
            <a:solidFill>
              <a:srgbClr val="4A55FF"/>
            </a:solidFill>
            <a:prstDash val="solid"/>
          </a:ln>
        </p:spPr>
      </p:sp>
      <p:sp>
        <p:nvSpPr>
          <p:cNvPr id="74" name="visual-node-label">
            <a:extLst xmlns:a="http://schemas.openxmlformats.org/drawingml/2006/main">
              <a:ext uri="{FF2B5EF4-FFF2-40B4-BE49-F238E27FC236}">
                <a16:creationId xmlns:a16="http://schemas.microsoft.com/office/drawing/2014/main" id="{90516E95-A7F3-4D22-91C0-029F7C7C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33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01</a:t>
            </a:r>
          </a:p>
        </p:txBody>
      </p:sp>
      <p:sp>
        <p:nvSpPr>
          <p:cNvPr id="75" name="visual-node">
            <a:extLst xmlns:a="http://schemas.openxmlformats.org/drawingml/2006/main">
              <a:ext uri="{FF2B5EF4-FFF2-40B4-BE49-F238E27FC236}">
                <a16:creationId xmlns:a16="http://schemas.microsoft.com/office/drawing/2014/main" id="{E0D51E6D-BD2C-46AE-A2B5-CC9DA668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9658350" y="26289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/>
          </a:solidFill>
          <a:ln xmlns:a="http://schemas.openxmlformats.org/drawingml/2006/main" w="9525">
            <a:solidFill>
              <a:srgbClr val="D8F13B"/>
            </a:solidFill>
            <a:prstDash val="solid"/>
          </a:ln>
        </p:spPr>
      </p:sp>
      <p:sp>
        <p:nvSpPr>
          <p:cNvPr id="76" name="visual-node-label">
            <a:extLst xmlns:a="http://schemas.openxmlformats.org/drawingml/2006/main">
              <a:ext uri="{FF2B5EF4-FFF2-40B4-BE49-F238E27FC236}">
                <a16:creationId xmlns:a16="http://schemas.microsoft.com/office/drawing/2014/main" id="{0D55B4C2-F878-4854-842F-36D049CB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289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8F13B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D8F13B"/>
                </a:solidFill>
                <a:latin typeface="Space Grotesk"/>
                <a:ea typeface="Space Grotesk"/>
                <a:cs typeface="Space Grotesk"/>
              </a:rPr>
              <a:t>AI</a:t>
            </a:r>
          </a:p>
        </p:txBody>
      </p:sp>
      <p:sp>
        <p:nvSpPr>
          <p:cNvPr id="77" name="visual-node">
            <a:extLst xmlns:a="http://schemas.openxmlformats.org/drawingml/2006/main">
              <a:ext uri="{FF2B5EF4-FFF2-40B4-BE49-F238E27FC236}">
                <a16:creationId xmlns:a16="http://schemas.microsoft.com/office/drawing/2014/main" id="{1C32D85A-5D00-4648-A1C4-633D90C4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0991850" y="35052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/>
          </a:solidFill>
          <a:ln xmlns:a="http://schemas.openxmlformats.org/drawingml/2006/main" w="9525">
            <a:solidFill>
              <a:srgbClr val="4A55FF"/>
            </a:solidFill>
            <a:prstDash val="solid"/>
          </a:ln>
        </p:spPr>
      </p:sp>
      <p:sp>
        <p:nvSpPr>
          <p:cNvPr id="78" name="visual-node-label">
            <a:extLst xmlns:a="http://schemas.openxmlformats.org/drawingml/2006/main">
              <a:ext uri="{FF2B5EF4-FFF2-40B4-BE49-F238E27FC236}">
                <a16:creationId xmlns:a16="http://schemas.microsoft.com/office/drawing/2014/main" id="{FAC2F5A7-A92E-4B94-B31F-A1936034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385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PY</a:t>
            </a:r>
          </a:p>
        </p:txBody>
      </p:sp>
      <p:sp>
        <p:nvSpPr>
          <p:cNvPr id="79" name="visual-node">
            <a:extLst xmlns:a="http://schemas.openxmlformats.org/drawingml/2006/main">
              <a:ext uri="{FF2B5EF4-FFF2-40B4-BE49-F238E27FC236}">
                <a16:creationId xmlns:a16="http://schemas.microsoft.com/office/drawing/2014/main" id="{44C4DD08-814A-4E3E-B844-CFB8AF10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2096750" y="2305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/>
          </a:solidFill>
          <a:ln xmlns:a="http://schemas.openxmlformats.org/drawingml/2006/main" w="9525">
            <a:solidFill>
              <a:srgbClr val="00C8FF"/>
            </a:solidFill>
            <a:prstDash val="solid"/>
          </a:ln>
        </p:spPr>
      </p:sp>
      <p:sp>
        <p:nvSpPr>
          <p:cNvPr id="80" name="visual-node-label">
            <a:extLst xmlns:a="http://schemas.openxmlformats.org/drawingml/2006/main">
              <a:ext uri="{FF2B5EF4-FFF2-40B4-BE49-F238E27FC236}">
                <a16:creationId xmlns:a16="http://schemas.microsoft.com/office/drawing/2014/main" id="{15988BF4-61F6-4524-9BE3-981228D3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24384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C8FF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00C8FF"/>
                </a:solidFill>
                <a:latin typeface="Space Grotesk"/>
                <a:ea typeface="Space Grotesk"/>
                <a:cs typeface="Space Grotesk"/>
              </a:rPr>
              <a:t>∞</a:t>
            </a:r>
          </a:p>
        </p:txBody>
      </p:sp>
      <p:sp>
        <p:nvSpPr>
          <p:cNvPr id="81" name="visual-node">
            <a:extLst xmlns:a="http://schemas.openxmlformats.org/drawingml/2006/main">
              <a:ext uri="{FF2B5EF4-FFF2-40B4-BE49-F238E27FC236}">
                <a16:creationId xmlns:a16="http://schemas.microsoft.com/office/drawing/2014/main" id="{542A693F-1E03-4984-9BB6-5AB09B78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1906250" y="4819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/>
          </a:solidFill>
          <a:ln xmlns:a="http://schemas.openxmlformats.org/drawingml/2006/main" w="9525">
            <a:solidFill>
              <a:srgbClr val="D8F13B"/>
            </a:solidFill>
            <a:prstDash val="solid"/>
          </a:ln>
        </p:spPr>
      </p:sp>
      <p:sp>
        <p:nvSpPr>
          <p:cNvPr id="82" name="visual-node-label">
            <a:extLst xmlns:a="http://schemas.openxmlformats.org/drawingml/2006/main">
              <a:ext uri="{FF2B5EF4-FFF2-40B4-BE49-F238E27FC236}">
                <a16:creationId xmlns:a16="http://schemas.microsoft.com/office/drawing/2014/main" id="{8AC767E0-2F02-44CC-BBB4-EAD264A3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4953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8F13B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D8F13B"/>
                </a:solidFill>
                <a:latin typeface="Space Grotesk"/>
                <a:ea typeface="Space Grotesk"/>
                <a:cs typeface="Space Grotesk"/>
              </a:rPr>
              <a:t>03</a:t>
            </a:r>
          </a:p>
        </p:txBody>
      </p:sp>
      <p:sp>
        <p:nvSpPr>
          <p:cNvPr id="83" name="visual-footer-a">
            <a:extLst xmlns:a="http://schemas.openxmlformats.org/drawingml/2006/main">
              <a:ext uri="{FF2B5EF4-FFF2-40B4-BE49-F238E27FC236}">
                <a16:creationId xmlns:a16="http://schemas.microsoft.com/office/drawing/2014/main" id="{6D1A3229-ECC9-4865-9CDF-0D9D1A05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14875"/>
            <a:ext cx="857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50" b="1">
                <a:solidFill>
                  <a:srgbClr val="777D91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1">
                <a:solidFill>
                  <a:srgbClr val="777D91"/>
                </a:solidFill>
                <a:latin typeface="Cascadia Mono"/>
                <a:ea typeface="Cascadia Mono"/>
                <a:cs typeface="Cascadia Mono"/>
              </a:rPr>
              <a:t>LEARN_01</a:t>
            </a:r>
          </a:p>
        </p:txBody>
      </p:sp>
      <p:sp>
        <p:nvSpPr>
          <p:cNvPr id="84" name="visual-footer-b">
            <a:extLst xmlns:a="http://schemas.openxmlformats.org/drawingml/2006/main">
              <a:ext uri="{FF2B5EF4-FFF2-40B4-BE49-F238E27FC236}">
                <a16:creationId xmlns:a16="http://schemas.microsoft.com/office/drawing/2014/main" id="{C52ADEF3-F24D-41EB-B022-F25C7831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14875"/>
            <a:ext cx="857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50" b="1">
                <a:solidFill>
                  <a:srgbClr val="777D91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1">
                <a:solidFill>
                  <a:srgbClr val="777D91"/>
                </a:solidFill>
                <a:latin typeface="Cascadia Mono"/>
                <a:ea typeface="Cascadia Mono"/>
                <a:cs typeface="Cascadia Mono"/>
              </a:rPr>
              <a:t>BUILD_02</a:t>
            </a:r>
          </a:p>
        </p:txBody>
      </p:sp>
      <p:sp>
        <p:nvSpPr>
          <p:cNvPr id="85" name="visual-footer-c">
            <a:extLst xmlns:a="http://schemas.openxmlformats.org/drawingml/2006/main">
              <a:ext uri="{FF2B5EF4-FFF2-40B4-BE49-F238E27FC236}">
                <a16:creationId xmlns:a16="http://schemas.microsoft.com/office/drawing/2014/main" id="{FD0C3BA6-A60E-4D12-9E0C-0175595C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714875"/>
            <a:ext cx="857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50" b="1">
                <a:solidFill>
                  <a:srgbClr val="777D91"/>
                </a:solidFill>
                <a:latin typeface="Cascadia Mono"/>
                <a:ea typeface="Cascadia Mono"/>
                <a:cs typeface="Cascadia Mono"/>
              </a:defRPr>
            </a:pPr>
            <a:r>
              <a:rPr sz="750" b="1">
                <a:solidFill>
                  <a:srgbClr val="777D91"/>
                </a:solidFill>
                <a:latin typeface="Cascadia Mono"/>
                <a:ea typeface="Cascadia Mono"/>
                <a:cs typeface="Cascadia Mono"/>
              </a:rPr>
              <a:t>APPLY_03</a:t>
            </a:r>
          </a:p>
        </p:txBody>
      </p:sp>
    </p:spTree>
    <p:extLst>
      <p:ext uri="{BB962C8B-B14F-4D97-AF65-F5344CB8AC3E}">
        <p14:creationId xmlns:p14="http://schemas.microsoft.com/office/powerpoint/2010/main" val="10305529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rid-v">
            <a:extLst xmlns:a="http://schemas.openxmlformats.org/drawingml/2006/main">
              <a:ext uri="{FF2B5EF4-FFF2-40B4-BE49-F238E27FC236}">
                <a16:creationId xmlns:a16="http://schemas.microsoft.com/office/drawing/2014/main" id="{23E8E505-9E56-4B2E-9DB2-E55A53BD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A183D6B4-95FB-4283-A82B-B82F9B44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E4323647-6DC1-4AA1-86EA-14D6F364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2B3DD2B8-3415-479C-B5B9-B8E1733E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B64FFD26-5FDD-4284-A02D-36341CE6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7CFC12EA-561A-4D72-8FA1-12F46065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3B88CACE-7FE1-4DF9-BEB4-6FEE2BEB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3FCD91C3-622B-426C-AFA2-4421B29E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74FC53B1-9ACC-4D7F-8AFA-7BD17CD8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3250608F-2687-4DAB-AA53-4C8750E7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211BB07B-9646-4B02-81AA-8277C96F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4EB1D186-D8C9-45EE-B9A2-B28F90DC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E1F38B7A-A857-4D19-8E89-6D47D0CD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4CED7DCC-DF09-41C6-A12D-90441F13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A2E692AF-18EC-4D82-BA94-CF0DB08E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425D3E15-2471-45F2-8E67-A2FFDBA7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AF5B82DA-1B98-4DC6-A93A-C5E87DF9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D29A8AA8-BB14-495F-B63B-AC9F7D21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A18221A7-412B-4CA1-BC39-5518B18A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95F47F8F-B941-49B8-8AD5-0038154D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1F0608AB-1C7D-4C2E-9DDA-6DFD47A4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BEC21896-5277-45A4-B855-A8894F31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E8296DCB-3A6D-47E8-BA57-F21A477F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59D1E669-6A1F-4BDD-B042-4FA24F04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BA626F06-0B22-4C16-B193-8F0B8630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D2B06739-2C37-4DB0-814F-AFA2167E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B7FFD01B-9913-4BDE-801A-187A81E9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9D0CC7ED-B0CA-4E31-A4CD-B52E73EC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A3674049-922A-4ABB-95E1-F5C3D933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053E3B53-77BC-4C94-B8AE-74056440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CE107A35-83A1-4A57-9FFF-A90D2423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546B1D6F-BE09-4319-9571-6D2DBB27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671CB513-5398-4DF9-915A-8EDDEE93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op-accent">
            <a:extLst xmlns:a="http://schemas.openxmlformats.org/drawingml/2006/main">
              <a:ext uri="{FF2B5EF4-FFF2-40B4-BE49-F238E27FC236}">
                <a16:creationId xmlns:a16="http://schemas.microsoft.com/office/drawing/2014/main" id="{0FEDA1F2-167F-4F99-A690-FABB7927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7B4A5BE-538D-47BE-A3F0-B9DC8442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CODE ZONE</a:t>
            </a:r>
          </a:p>
        </p:txBody>
      </p:sp>
      <p:sp>
        <p:nvSpPr>
          <p:cNvPr id="36" name="footer-mid">
            <a:extLst xmlns:a="http://schemas.openxmlformats.org/drawingml/2006/main">
              <a:ext uri="{FF2B5EF4-FFF2-40B4-BE49-F238E27FC236}">
                <a16:creationId xmlns:a16="http://schemas.microsoft.com/office/drawing/2014/main" id="{F5FC60E9-89B5-4DC8-9E1A-3992B2F8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19850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SISTEMA VISUAL</a:t>
            </a:r>
          </a:p>
        </p:txBody>
      </p:sp>
      <p:sp>
        <p:nvSpPr>
          <p:cNvPr id="3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E41F9FD-5C1F-4F36-A10E-7B735516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TEMPLATE DE AULA</a:t>
            </a:r>
          </a:p>
        </p:txBody>
      </p:sp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746EBDB2-2FA1-4A93-A6D2-625D083E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// GUIA DE ESTILO</a:t>
            </a:r>
          </a:p>
        </p:txBody>
      </p:sp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62C2B2-1E33-46F1-8470-04A09424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81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Sistema visual Code Zone</a:t>
            </a:r>
          </a:p>
        </p:txBody>
      </p:sp>
      <p:sp>
        <p:nvSpPr>
          <p:cNvPr id="40" name="swatch">
            <a:extLst xmlns:a="http://schemas.openxmlformats.org/drawingml/2006/main">
              <a:ext uri="{FF2B5EF4-FFF2-40B4-BE49-F238E27FC236}">
                <a16:creationId xmlns:a16="http://schemas.microsoft.com/office/drawing/2014/main" id="{1EAEB78E-D522-48EC-A18B-9DA22330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40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1" name="swatch-name">
            <a:extLst xmlns:a="http://schemas.openxmlformats.org/drawingml/2006/main">
              <a:ext uri="{FF2B5EF4-FFF2-40B4-BE49-F238E27FC236}">
                <a16:creationId xmlns:a16="http://schemas.microsoft.com/office/drawing/2014/main" id="{9D3AB454-2F03-4F87-AA64-5294AC19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00" b="1">
                <a:solidFill>
                  <a:srgbClr val="0D0F1A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0D0F1A"/>
                </a:solidFill>
                <a:latin typeface="Cascadia Mono"/>
                <a:ea typeface="Cascadia Mono"/>
                <a:cs typeface="Cascadia Mono"/>
              </a:rPr>
              <a:t>INK</a:t>
            </a:r>
          </a:p>
        </p:txBody>
      </p:sp>
      <p:sp>
        <p:nvSpPr>
          <p:cNvPr id="42" name="swatch-value">
            <a:extLst xmlns:a="http://schemas.openxmlformats.org/drawingml/2006/main">
              <a:ext uri="{FF2B5EF4-FFF2-40B4-BE49-F238E27FC236}">
                <a16:creationId xmlns:a16="http://schemas.microsoft.com/office/drawing/2014/main" id="{6AEF3361-2DAC-41B1-A3DA-158D09CB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656B7A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656B7A"/>
                </a:solidFill>
                <a:latin typeface="Cascadia Mono"/>
                <a:ea typeface="Cascadia Mono"/>
                <a:cs typeface="Cascadia Mono"/>
              </a:rPr>
              <a:t>0d0f1a</a:t>
            </a:r>
          </a:p>
        </p:txBody>
      </p:sp>
      <p:sp>
        <p:nvSpPr>
          <p:cNvPr id="43" name="swatch">
            <a:extLst xmlns:a="http://schemas.openxmlformats.org/drawingml/2006/main">
              <a:ext uri="{FF2B5EF4-FFF2-40B4-BE49-F238E27FC236}">
                <a16:creationId xmlns:a16="http://schemas.microsoft.com/office/drawing/2014/main" id="{605CD5AF-19A4-4D8D-B09E-BD803444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95500"/>
            <a:ext cx="140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D7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4" name="swatch-name">
            <a:extLst xmlns:a="http://schemas.openxmlformats.org/drawingml/2006/main">
              <a:ext uri="{FF2B5EF4-FFF2-40B4-BE49-F238E27FC236}">
                <a16:creationId xmlns:a16="http://schemas.microsoft.com/office/drawing/2014/main" id="{C51FC687-50B6-403B-BE46-85D23E4F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670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00" b="1">
                <a:solidFill>
                  <a:srgbClr val="0D0F1A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0D0F1A"/>
                </a:solidFill>
                <a:latin typeface="Cascadia Mono"/>
                <a:ea typeface="Cascadia Mono"/>
                <a:cs typeface="Cascadia Mono"/>
              </a:rPr>
              <a:t>BLUE</a:t>
            </a:r>
          </a:p>
        </p:txBody>
      </p:sp>
      <p:sp>
        <p:nvSpPr>
          <p:cNvPr id="45" name="swatch-value">
            <a:extLst xmlns:a="http://schemas.openxmlformats.org/drawingml/2006/main">
              <a:ext uri="{FF2B5EF4-FFF2-40B4-BE49-F238E27FC236}">
                <a16:creationId xmlns:a16="http://schemas.microsoft.com/office/drawing/2014/main" id="{01C913C1-85D1-4959-B623-F837BB47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95650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656B7A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656B7A"/>
                </a:solidFill>
                <a:latin typeface="Cascadia Mono"/>
                <a:ea typeface="Cascadia Mono"/>
                <a:cs typeface="Cascadia Mono"/>
              </a:rPr>
              <a:t>2d36d7</a:t>
            </a:r>
          </a:p>
        </p:txBody>
      </p:sp>
      <p:sp>
        <p:nvSpPr>
          <p:cNvPr id="46" name="swatch">
            <a:extLst xmlns:a="http://schemas.openxmlformats.org/drawingml/2006/main">
              <a:ext uri="{FF2B5EF4-FFF2-40B4-BE49-F238E27FC236}">
                <a16:creationId xmlns:a16="http://schemas.microsoft.com/office/drawing/2014/main" id="{5C532C68-0E64-402D-BA89-2BE13027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140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5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7" name="swatch-name">
            <a:extLst xmlns:a="http://schemas.openxmlformats.org/drawingml/2006/main">
              <a:ext uri="{FF2B5EF4-FFF2-40B4-BE49-F238E27FC236}">
                <a16:creationId xmlns:a16="http://schemas.microsoft.com/office/drawing/2014/main" id="{946319E5-EF62-43E9-BDDD-5DFEE6E0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670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00" b="1">
                <a:solidFill>
                  <a:srgbClr val="0D0F1A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0D0F1A"/>
                </a:solidFill>
                <a:latin typeface="Cascadia Mono"/>
                <a:ea typeface="Cascadia Mono"/>
                <a:cs typeface="Cascadia Mono"/>
              </a:rPr>
              <a:t>BRIGHT</a:t>
            </a:r>
          </a:p>
        </p:txBody>
      </p:sp>
      <p:sp>
        <p:nvSpPr>
          <p:cNvPr id="48" name="swatch-value">
            <a:extLst xmlns:a="http://schemas.openxmlformats.org/drawingml/2006/main">
              <a:ext uri="{FF2B5EF4-FFF2-40B4-BE49-F238E27FC236}">
                <a16:creationId xmlns:a16="http://schemas.microsoft.com/office/drawing/2014/main" id="{C068D480-6909-4FF6-8AF3-8EAF44B5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95650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656B7A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656B7A"/>
                </a:solidFill>
                <a:latin typeface="Cascadia Mono"/>
                <a:ea typeface="Cascadia Mono"/>
                <a:cs typeface="Cascadia Mono"/>
              </a:rPr>
              <a:t>4a55ff</a:t>
            </a:r>
          </a:p>
        </p:txBody>
      </p:sp>
      <p:sp>
        <p:nvSpPr>
          <p:cNvPr id="49" name="swatch">
            <a:extLst xmlns:a="http://schemas.openxmlformats.org/drawingml/2006/main">
              <a:ext uri="{FF2B5EF4-FFF2-40B4-BE49-F238E27FC236}">
                <a16:creationId xmlns:a16="http://schemas.microsoft.com/office/drawing/2014/main" id="{5F384FD8-AA25-46DC-8000-A8ED2EF6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95500"/>
            <a:ext cx="140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3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0" name="swatch-name">
            <a:extLst xmlns:a="http://schemas.openxmlformats.org/drawingml/2006/main">
              <a:ext uri="{FF2B5EF4-FFF2-40B4-BE49-F238E27FC236}">
                <a16:creationId xmlns:a16="http://schemas.microsoft.com/office/drawing/2014/main" id="{39536686-DCF6-48C1-A282-202892B4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670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00" b="1">
                <a:solidFill>
                  <a:srgbClr val="0D0F1A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0D0F1A"/>
                </a:solidFill>
                <a:latin typeface="Cascadia Mono"/>
                <a:ea typeface="Cascadia Mono"/>
                <a:cs typeface="Cascadia Mono"/>
              </a:rPr>
              <a:t>LIME</a:t>
            </a:r>
          </a:p>
        </p:txBody>
      </p:sp>
      <p:sp>
        <p:nvSpPr>
          <p:cNvPr id="51" name="swatch-value">
            <a:extLst xmlns:a="http://schemas.openxmlformats.org/drawingml/2006/main">
              <a:ext uri="{FF2B5EF4-FFF2-40B4-BE49-F238E27FC236}">
                <a16:creationId xmlns:a16="http://schemas.microsoft.com/office/drawing/2014/main" id="{BD1946EC-31B8-49D5-BD0E-81216DB8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95650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656B7A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656B7A"/>
                </a:solidFill>
                <a:latin typeface="Cascadia Mono"/>
                <a:ea typeface="Cascadia Mono"/>
                <a:cs typeface="Cascadia Mono"/>
              </a:rPr>
              <a:t>d8f13b</a:t>
            </a:r>
          </a:p>
        </p:txBody>
      </p:sp>
      <p:sp>
        <p:nvSpPr>
          <p:cNvPr id="52" name="swatch">
            <a:extLst xmlns:a="http://schemas.openxmlformats.org/drawingml/2006/main">
              <a:ext uri="{FF2B5EF4-FFF2-40B4-BE49-F238E27FC236}">
                <a16:creationId xmlns:a16="http://schemas.microsoft.com/office/drawing/2014/main" id="{DF414B0F-7C28-47F8-AA92-4C30F8A5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140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3" name="swatch-name">
            <a:extLst xmlns:a="http://schemas.openxmlformats.org/drawingml/2006/main">
              <a:ext uri="{FF2B5EF4-FFF2-40B4-BE49-F238E27FC236}">
                <a16:creationId xmlns:a16="http://schemas.microsoft.com/office/drawing/2014/main" id="{8B1596A0-B835-44DB-906C-C0F1DC11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670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00" b="1">
                <a:solidFill>
                  <a:srgbClr val="0D0F1A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0D0F1A"/>
                </a:solidFill>
                <a:latin typeface="Cascadia Mono"/>
                <a:ea typeface="Cascadia Mono"/>
                <a:cs typeface="Cascadia Mono"/>
              </a:rPr>
              <a:t>CYAN</a:t>
            </a:r>
          </a:p>
        </p:txBody>
      </p:sp>
      <p:sp>
        <p:nvSpPr>
          <p:cNvPr id="54" name="swatch-value">
            <a:extLst xmlns:a="http://schemas.openxmlformats.org/drawingml/2006/main">
              <a:ext uri="{FF2B5EF4-FFF2-40B4-BE49-F238E27FC236}">
                <a16:creationId xmlns:a16="http://schemas.microsoft.com/office/drawing/2014/main" id="{F15E8BEB-2746-4623-A1DF-B11A8166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95650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656B7A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656B7A"/>
                </a:solidFill>
                <a:latin typeface="Cascadia Mono"/>
                <a:ea typeface="Cascadia Mono"/>
                <a:cs typeface="Cascadia Mono"/>
              </a:rPr>
              <a:t>00c8ff</a:t>
            </a:r>
          </a:p>
        </p:txBody>
      </p:sp>
      <p:sp>
        <p:nvSpPr>
          <p:cNvPr id="55" name="swatch">
            <a:extLst xmlns:a="http://schemas.openxmlformats.org/drawingml/2006/main">
              <a:ext uri="{FF2B5EF4-FFF2-40B4-BE49-F238E27FC236}">
                <a16:creationId xmlns:a16="http://schemas.microsoft.com/office/drawing/2014/main" id="{FE31DFE4-2949-43B9-83F4-5E2E6F7B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40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6" name="swatch-name">
            <a:extLst xmlns:a="http://schemas.openxmlformats.org/drawingml/2006/main">
              <a:ext uri="{FF2B5EF4-FFF2-40B4-BE49-F238E27FC236}">
                <a16:creationId xmlns:a16="http://schemas.microsoft.com/office/drawing/2014/main" id="{2ACB4ABF-C664-4DC4-B588-25B6B0F3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670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00" b="1">
                <a:solidFill>
                  <a:srgbClr val="656B7A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656B7A"/>
                </a:solidFill>
                <a:latin typeface="Cascadia Mono"/>
                <a:ea typeface="Cascadia Mono"/>
                <a:cs typeface="Cascadia Mono"/>
              </a:rPr>
              <a:t>PAPER</a:t>
            </a:r>
          </a:p>
        </p:txBody>
      </p:sp>
      <p:sp>
        <p:nvSpPr>
          <p:cNvPr id="57" name="swatch-value">
            <a:extLst xmlns:a="http://schemas.openxmlformats.org/drawingml/2006/main">
              <a:ext uri="{FF2B5EF4-FFF2-40B4-BE49-F238E27FC236}">
                <a16:creationId xmlns:a16="http://schemas.microsoft.com/office/drawing/2014/main" id="{5EF30637-831D-41E6-9298-23B016F1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95650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656B7A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656B7A"/>
                </a:solidFill>
                <a:latin typeface="Cascadia Mono"/>
                <a:ea typeface="Cascadia Mono"/>
                <a:cs typeface="Cascadia Mono"/>
              </a:rPr>
              <a:t>f5f7fa</a:t>
            </a:r>
          </a:p>
        </p:txBody>
      </p:sp>
      <p:sp>
        <p:nvSpPr>
          <p:cNvPr id="58" name="type-card">
            <a:extLst xmlns:a="http://schemas.openxmlformats.org/drawingml/2006/main">
              <a:ext uri="{FF2B5EF4-FFF2-40B4-BE49-F238E27FC236}">
                <a16:creationId xmlns:a16="http://schemas.microsoft.com/office/drawing/2014/main" id="{CCCD39F1-EB1C-448B-89CD-7412AB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9" name="type-heading">
            <a:extLst xmlns:a="http://schemas.openxmlformats.org/drawingml/2006/main">
              <a:ext uri="{FF2B5EF4-FFF2-40B4-BE49-F238E27FC236}">
                <a16:creationId xmlns:a16="http://schemas.microsoft.com/office/drawing/2014/main" id="{C7B99F2D-6C11-4BD2-86D1-9D8A383A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1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225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Space Grotesk para títulos</a:t>
            </a:r>
          </a:p>
        </p:txBody>
      </p:sp>
      <p:sp>
        <p:nvSpPr>
          <p:cNvPr id="60" name="type-body">
            <a:extLst xmlns:a="http://schemas.openxmlformats.org/drawingml/2006/main">
              <a:ext uri="{FF2B5EF4-FFF2-40B4-BE49-F238E27FC236}">
                <a16:creationId xmlns:a16="http://schemas.microsoft.com/office/drawing/2014/main" id="{22B392EC-F71E-43FF-B519-7FAA873D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41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Inter para texto de apoio. Cascadia Mono para etiquetas, código, contadores e metadados.</a:t>
            </a:r>
          </a:p>
        </p:txBody>
      </p:sp>
      <p:sp>
        <p:nvSpPr>
          <p:cNvPr id="61" name="usage-card">
            <a:extLst xmlns:a="http://schemas.openxmlformats.org/drawingml/2006/main">
              <a:ext uri="{FF2B5EF4-FFF2-40B4-BE49-F238E27FC236}">
                <a16:creationId xmlns:a16="http://schemas.microsoft.com/office/drawing/2014/main" id="{B15AAB55-4B01-469D-ACDF-BB90CBE3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4648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0F1A"/>
          </a:solidFill>
          <a:ln xmlns:a="http://schemas.openxmlformats.org/drawingml/2006/main" w="9525">
            <a:solidFill>
              <a:srgbClr val="0D0F1A"/>
            </a:solidFill>
            <a:prstDash val="solid"/>
          </a:ln>
        </p:spPr>
      </p:sp>
      <p:sp>
        <p:nvSpPr>
          <p:cNvPr id="62" name="usage-heading">
            <a:extLst xmlns:a="http://schemas.openxmlformats.org/drawingml/2006/main">
              <a:ext uri="{FF2B5EF4-FFF2-40B4-BE49-F238E27FC236}">
                <a16:creationId xmlns:a16="http://schemas.microsoft.com/office/drawing/2014/main" id="{55F1CC81-C937-41DA-A3A5-F4DF42AA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291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D8F13B"/>
                </a:solidFill>
                <a:latin typeface="Cascadia Mono"/>
                <a:ea typeface="Cascadia Mono"/>
                <a:cs typeface="Cascadia Mono"/>
              </a:rPr>
              <a:t>PADRÃO</a:t>
            </a:r>
          </a:p>
        </p:txBody>
      </p:sp>
      <p:sp>
        <p:nvSpPr>
          <p:cNvPr id="63" name="usage-body">
            <a:extLst xmlns:a="http://schemas.openxmlformats.org/drawingml/2006/main">
              <a:ext uri="{FF2B5EF4-FFF2-40B4-BE49-F238E27FC236}">
                <a16:creationId xmlns:a16="http://schemas.microsoft.com/office/drawing/2014/main" id="{CA432C74-988A-45B4-A541-E2D27110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529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89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CFD3E6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CFD3E6"/>
                </a:solidFill>
                <a:latin typeface="Inter"/>
                <a:ea typeface="Inter"/>
                <a:cs typeface="Inter"/>
              </a:rPr>
              <a:t>Use slides escuros para abertura, transição e foco. Use slides claros para conteúdo, tabelas e checklists.</a:t>
            </a:r>
          </a:p>
        </p:txBody>
      </p:sp>
    </p:spTree>
    <p:extLst>
      <p:ext uri="{BB962C8B-B14F-4D97-AF65-F5344CB8AC3E}">
        <p14:creationId xmlns:p14="http://schemas.microsoft.com/office/powerpoint/2010/main" val="10765246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rid-v">
            <a:extLst xmlns:a="http://schemas.openxmlformats.org/drawingml/2006/main">
              <a:ext uri="{FF2B5EF4-FFF2-40B4-BE49-F238E27FC236}">
                <a16:creationId xmlns:a16="http://schemas.microsoft.com/office/drawing/2014/main" id="{796B382C-8F2D-4276-B165-01018A03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026453BD-82D8-4C64-982E-86D8511F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D189B65B-E585-473D-B40C-4B93CBAE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8EFCA94D-3B83-40CA-96D0-618BDAEF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18A16ADB-CC3D-46E4-AF3E-7CE43085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B2D023FA-4A02-48FF-A820-DF6F6287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6AD728A3-1615-4AB2-8C0D-9A986290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7A86F3D6-257F-4BC2-81DC-E1273E78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ACA6B92B-71CF-4D4A-93F6-FA64DE4B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CA20A414-6EE1-4B5D-A78D-F77BE566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03A4DA6A-8D0C-4F04-B52E-4E2FB760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91D8ECCB-C456-418E-877F-8C7EC643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9B5E0735-8528-42AA-B885-E1E5177B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798AB1BE-4448-4491-B223-023491B2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03A1A5CE-4FFE-4E8E-9F1D-D49EEFD8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BE804842-308A-4D15-ABB7-4DE683A9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C074FA2D-5C53-414E-AE12-EEE958E0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BC9F679A-729B-48BF-9C0B-62535DD7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8703AC69-9317-475D-A687-3D548F12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C3E2107E-814C-4223-8309-EE9529FB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2FE9ED08-DEC5-401F-A1DD-3B7045E9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34E09A78-1468-44C7-9DCB-F3B3953B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18E08939-5945-4DDC-B664-23D33908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EADDDF60-72EC-4211-AB64-F3D0C26F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BC453458-43AD-4DC6-ACC2-2EDBDB9D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A2D7A521-71A3-42E9-A305-7F5DAEE0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9B7C8E25-1155-427F-8569-A6B310A7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0DDC92E3-7A70-4A55-BF58-1103C444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664C319A-F237-4AD5-A74D-C473C74B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E411E269-BDE6-4958-AD97-1EDC28A9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F548B742-47CB-4CEA-A8D0-498E277C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5DD4AFC6-23FC-4977-814A-35CA047A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8B51FEAB-174F-4BA2-ACC8-C144AC57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A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op-accent">
            <a:extLst xmlns:a="http://schemas.openxmlformats.org/drawingml/2006/main">
              <a:ext uri="{FF2B5EF4-FFF2-40B4-BE49-F238E27FC236}">
                <a16:creationId xmlns:a16="http://schemas.microsoft.com/office/drawing/2014/main" id="{3B2370F7-39E2-4032-8AAD-CEBE9A3A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160DBA7-65C3-4D63-BF38-22FB1351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CODE ZONE</a:t>
            </a:r>
          </a:p>
        </p:txBody>
      </p:sp>
      <p:sp>
        <p:nvSpPr>
          <p:cNvPr id="36" name="footer-mid">
            <a:extLst xmlns:a="http://schemas.openxmlformats.org/drawingml/2006/main">
              <a:ext uri="{FF2B5EF4-FFF2-40B4-BE49-F238E27FC236}">
                <a16:creationId xmlns:a16="http://schemas.microsoft.com/office/drawing/2014/main" id="{89BF355F-8448-4AFA-902B-533EE288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19850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SLIDE LIVRE</a:t>
            </a:r>
          </a:p>
        </p:txBody>
      </p:sp>
      <p:sp>
        <p:nvSpPr>
          <p:cNvPr id="3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5B1C41B-458C-4A36-B6B8-B6B4D5BA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7B8292"/>
                </a:solidFill>
                <a:latin typeface="Cascadia Mono"/>
                <a:ea typeface="Cascadia Mono"/>
                <a:cs typeface="Cascadia Mono"/>
              </a:rPr>
              <a:t>TEMPLATE DE AULA</a:t>
            </a:r>
          </a:p>
        </p:txBody>
      </p:sp>
      <p:sp>
        <p:nvSpPr>
          <p:cNvPr id="38" name="brand-dot">
            <a:extLst xmlns:a="http://schemas.openxmlformats.org/drawingml/2006/main">
              <a:ext uri="{FF2B5EF4-FFF2-40B4-BE49-F238E27FC236}">
                <a16:creationId xmlns:a16="http://schemas.microsoft.com/office/drawing/2014/main" id="{4FCAE107-B275-4B08-8898-9933D164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85800" y="533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rand-dot">
            <a:extLst xmlns:a="http://schemas.openxmlformats.org/drawingml/2006/main">
              <a:ext uri="{FF2B5EF4-FFF2-40B4-BE49-F238E27FC236}">
                <a16:creationId xmlns:a16="http://schemas.microsoft.com/office/drawing/2014/main" id="{35CDE5D1-27BF-4544-81B0-73B9DAB1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19150" y="533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rand-dot">
            <a:extLst xmlns:a="http://schemas.openxmlformats.org/drawingml/2006/main">
              <a:ext uri="{FF2B5EF4-FFF2-40B4-BE49-F238E27FC236}">
                <a16:creationId xmlns:a16="http://schemas.microsoft.com/office/drawing/2014/main" id="{1221E89D-9234-469F-BC53-534A5839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85800" y="666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rand-dot">
            <a:extLst xmlns:a="http://schemas.openxmlformats.org/drawingml/2006/main">
              <a:ext uri="{FF2B5EF4-FFF2-40B4-BE49-F238E27FC236}">
                <a16:creationId xmlns:a16="http://schemas.microsoft.com/office/drawing/2014/main" id="{ABA8A877-F1D3-4634-8E36-39B702A9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19150" y="666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rand-dot">
            <a:extLst xmlns:a="http://schemas.openxmlformats.org/drawingml/2006/main">
              <a:ext uri="{FF2B5EF4-FFF2-40B4-BE49-F238E27FC236}">
                <a16:creationId xmlns:a16="http://schemas.microsoft.com/office/drawing/2014/main" id="{C67BA0B5-4F7F-4E71-915E-127CF3CC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952500" y="666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rand-dot">
            <a:extLst xmlns:a="http://schemas.openxmlformats.org/drawingml/2006/main">
              <a:ext uri="{FF2B5EF4-FFF2-40B4-BE49-F238E27FC236}">
                <a16:creationId xmlns:a16="http://schemas.microsoft.com/office/drawing/2014/main" id="{D0715EFA-3B51-4BDA-834B-D816F2F8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19150" y="800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rand-dot">
            <a:extLst xmlns:a="http://schemas.openxmlformats.org/drawingml/2006/main">
              <a:ext uri="{FF2B5EF4-FFF2-40B4-BE49-F238E27FC236}">
                <a16:creationId xmlns:a16="http://schemas.microsoft.com/office/drawing/2014/main" id="{DE98FB81-5DAA-4E17-B448-1942BD0D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952500" y="800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rand-text">
            <a:extLst xmlns:a="http://schemas.openxmlformats.org/drawingml/2006/main">
              <a:ext uri="{FF2B5EF4-FFF2-40B4-BE49-F238E27FC236}">
                <a16:creationId xmlns:a16="http://schemas.microsoft.com/office/drawing/2014/main" id="{0FE6BE8F-57B9-470F-92F4-A1ADD8D7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Code Zone</a:t>
            </a:r>
          </a:p>
        </p:txBody>
      </p:sp>
      <p:sp>
        <p:nvSpPr>
          <p:cNvPr id="46" name="blank-frame">
            <a:extLst xmlns:a="http://schemas.openxmlformats.org/drawingml/2006/main">
              <a:ext uri="{FF2B5EF4-FFF2-40B4-BE49-F238E27FC236}">
                <a16:creationId xmlns:a16="http://schemas.microsoft.com/office/drawing/2014/main" id="{6E81FA99-04C8-49E2-AB34-72BD46E5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1346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DE7"/>
            </a:solidFill>
            <a:prstDash val="dash"/>
          </a:ln>
        </p:spPr>
      </p:sp>
      <p:sp>
        <p:nvSpPr>
          <p:cNvPr id="47" name="blank-title">
            <a:extLst xmlns:a="http://schemas.openxmlformats.org/drawingml/2006/main">
              <a:ext uri="{FF2B5EF4-FFF2-40B4-BE49-F238E27FC236}">
                <a16:creationId xmlns:a16="http://schemas.microsoft.com/office/drawing/2014/main" id="{B002D71F-0B4C-4455-A2CF-2E2160E3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954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9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defRPr>
            </a:pPr>
            <a:r>
              <a:rPr sz="3300" b="1">
                <a:solidFill>
                  <a:srgbClr val="0D0F1A"/>
                </a:solidFill>
                <a:latin typeface="Space Grotesk"/>
                <a:ea typeface="Space Grotesk"/>
                <a:cs typeface="Space Grotesk"/>
              </a:rPr>
              <a:t>Slide livre</a:t>
            </a:r>
          </a:p>
        </p:txBody>
      </p:sp>
      <p:sp>
        <p:nvSpPr>
          <p:cNvPr id="48" name="blank-copy">
            <a:extLst xmlns:a="http://schemas.openxmlformats.org/drawingml/2006/main">
              <a:ext uri="{FF2B5EF4-FFF2-40B4-BE49-F238E27FC236}">
                <a16:creationId xmlns:a16="http://schemas.microsoft.com/office/drawing/2014/main" id="{DD5E1A7E-390F-4717-8660-22798FF5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656B7A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56B7A"/>
                </a:solidFill>
                <a:latin typeface="Inter"/>
                <a:ea typeface="Inter"/>
                <a:cs typeface="Inter"/>
              </a:rPr>
              <a:t>Use para conteúdo específico que não caiba nos modelos anteriores.</a:t>
            </a:r>
          </a:p>
        </p:txBody>
      </p:sp>
      <p:sp>
        <p:nvSpPr>
          <p:cNvPr id="49" name="blank-meta">
            <a:extLst xmlns:a="http://schemas.openxmlformats.org/drawingml/2006/main">
              <a:ext uri="{FF2B5EF4-FFF2-40B4-BE49-F238E27FC236}">
                <a16:creationId xmlns:a16="http://schemas.microsoft.com/office/drawing/2014/main" id="{AFB92E38-44A8-4F1D-A66A-34505B32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2D36D7"/>
                </a:solidFill>
                <a:latin typeface="Cascadia Mono"/>
                <a:ea typeface="Cascadia Mono"/>
                <a:cs typeface="Cascadia Mono"/>
              </a:rPr>
              <a:t>// DUPLICAR E ADAPTAR</a:t>
            </a:r>
          </a:p>
        </p:txBody>
      </p:sp>
    </p:spTree>
    <p:extLst>
      <p:ext uri="{BB962C8B-B14F-4D97-AF65-F5344CB8AC3E}">
        <p14:creationId xmlns:p14="http://schemas.microsoft.com/office/powerpoint/2010/main" val="10588299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2026-06-27T16:09:02.4700000Z</dcterms:created>
  <dcterms:modified xsi:type="dcterms:W3CDTF">2026-06-27T16:09:02.4700000Z</dcterms:modified>
</coreProperties>
</file>